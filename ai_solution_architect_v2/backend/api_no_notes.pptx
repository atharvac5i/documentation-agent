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heme/g1_theme1.xml" ContentType="application/vnd.openxmlformats-officedocument.theme+xml"/>
  <Override PartName="/ppt/slideLayouts/g1_slideLayout1.xml" ContentType="application/vnd.openxmlformats-officedocument.presentationml.slideLayout+xml"/>
  <Override PartName="/ppt/slides/g1_slide1.xml" ContentType="application/vnd.openxmlformats-officedocument.presentationml.slide+xml"/>
  <Override PartName="/ppt/slides/g1_slide2.xml" ContentType="application/vnd.openxmlformats-officedocument.presentationml.slide+xml"/>
  <Override PartName="/ppt/slides/g1_slide3.xml" ContentType="application/vnd.openxmlformats-officedocument.presentationml.slide+xml"/>
  <Override PartName="/ppt/slides/g1_slide4.xml" ContentType="application/vnd.openxmlformats-officedocument.presentationml.slide+xml"/>
  <Override PartName="/ppt/slides/g1_slide5.xml" ContentType="application/vnd.openxmlformats-officedocument.presentationml.slide+xml"/>
  <Override PartName="/ppt/slides/g1_slide6.xml" ContentType="application/vnd.openxmlformats-officedocument.presentationml.slide+xml"/>
  <Override PartName="/ppt/slides/g1_slide7.xml" ContentType="application/vnd.openxmlformats-officedocument.presentationml.slide+xml"/>
  <Override PartName="/ppt/slides/g1_slide8.xml" ContentType="application/vnd.openxmlformats-officedocument.presentationml.slide+xml"/>
  <Override PartName="/ppt/slides/g1_slide9.xml" ContentType="application/vnd.openxmlformats-officedocument.presentationml.slide+xml"/>
  <Override PartName="/ppt/slides/g1_slide10.xml" ContentType="application/vnd.openxmlformats-officedocument.presentationml.slide+xml"/>
  <Override PartName="/ppt/slides/g1_slide11.xml" ContentType="application/vnd.openxmlformats-officedocument.presentationml.slide+xml"/>
  <Override PartName="/ppt/slides/g1_slide12.xml" ContentType="application/vnd.openxmlformats-officedocument.presentationml.slide+xml"/>
  <Override PartName="/ppt/slideMasters/g1_slideMaster1.xml" ContentType="application/vnd.openxmlformats-officedocument.presentationml.slideMaster+xml"/>
  <Override PartName="/ppt/slides/g2_slide1.xml" ContentType="application/vnd.openxmlformats-officedocument.presentationml.slide+xml"/>
  <Override PartName="/ppt/slideLayouts/g2_slideLayout5.xml" ContentType="application/vnd.openxmlformats-officedocument.presentationml.slideLayout+xml"/>
  <Override PartName="/ppt/slideMasters/g2_slideMaster1.xml" ContentType="application/vnd.openxmlformats-officedocument.presentationml.slideMaster+xml"/>
  <Override PartName="/ppt/slideLayouts/g2_slideLayout1.xml" ContentType="application/vnd.openxmlformats-officedocument.presentationml.slideLayout+xml"/>
  <Override PartName="/ppt/slideLayouts/g2_slideLayout2.xml" ContentType="application/vnd.openxmlformats-officedocument.presentationml.slideLayout+xml"/>
  <Override PartName="/ppt/slideLayouts/g2_slideLayout3.xml" ContentType="application/vnd.openxmlformats-officedocument.presentationml.slideLayout+xml"/>
  <Override PartName="/ppt/slideLayouts/g2_slideLayout4.xml" ContentType="application/vnd.openxmlformats-officedocument.presentationml.slideLayout+xml"/>
  <Override PartName="/ppt/slideLayouts/g2_slideLayout6.xml" ContentType="application/vnd.openxmlformats-officedocument.presentationml.slideLayout+xml"/>
  <Override PartName="/ppt/slideLayouts/g2_slideLayout7.xml" ContentType="application/vnd.openxmlformats-officedocument.presentationml.slideLayout+xml"/>
  <Override PartName="/ppt/slideLayouts/g2_slideLayout8.xml" ContentType="application/vnd.openxmlformats-officedocument.presentationml.slideLayout+xml"/>
  <Override PartName="/ppt/slideLayouts/g2_slideLayout9.xml" ContentType="application/vnd.openxmlformats-officedocument.presentationml.slideLayout+xml"/>
  <Override PartName="/ppt/slideLayouts/g2_slideLayout10.xml" ContentType="application/vnd.openxmlformats-officedocument.presentationml.slideLayout+xml"/>
  <Override PartName="/ppt/slideLayouts/g2_slideLayout11.xml" ContentType="application/vnd.openxmlformats-officedocument.presentationml.slideLayout+xml"/>
  <Override PartName="/ppt/slideLayouts/g2_slideLayout12.xml" ContentType="application/vnd.openxmlformats-officedocument.presentationml.slideLayout+xml"/>
  <Override PartName="/ppt/slideLayouts/g2_slideLayout13.xml" ContentType="application/vnd.openxmlformats-officedocument.presentationml.slideLayout+xml"/>
  <Override PartName="/ppt/slideLayouts/g2_slideLayout14.xml" ContentType="application/vnd.openxmlformats-officedocument.presentationml.slideLayout+xml"/>
  <Override PartName="/ppt/slideLayouts/g2_slideLayout15.xml" ContentType="application/vnd.openxmlformats-officedocument.presentationml.slideLayout+xml"/>
  <Override PartName="/ppt/slideLayouts/g2_slideLayout16.xml" ContentType="application/vnd.openxmlformats-officedocument.presentationml.slideLayout+xml"/>
  <Override PartName="/ppt/slideLayouts/g2_slideLayout17.xml" ContentType="application/vnd.openxmlformats-officedocument.presentationml.slideLayout+xml"/>
  <Override PartName="/ppt/slideLayouts/g2_slideLayout18.xml" ContentType="application/vnd.openxmlformats-officedocument.presentationml.slideLayout+xml"/>
  <Override PartName="/ppt/slideLayouts/g2_slideLayout19.xml" ContentType="application/vnd.openxmlformats-officedocument.presentationml.slideLayout+xml"/>
  <Override PartName="/ppt/slideLayouts/g2_slideLayout20.xml" ContentType="application/vnd.openxmlformats-officedocument.presentationml.slideLayout+xml"/>
  <Override PartName="/ppt/theme/g2_theme1.xml" ContentType="application/vnd.openxmlformats-officedocument.theme+xml"/>
  <Override PartName="/ppt/theme/g2_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7"/>
    <p:sldMasterId id="2147483719" r:id="rId28"/>
    <p:sldMasterId id="2147483720" r:id="rId30"/>
  </p:sldMasterIdLst>
  <p:sldIdLst>
    <p:sldId id="279" r:id="rId8"/>
    <p:sldId id="2147482697" r:id="rId9"/>
    <p:sldId id="2147482698" r:id="rId16"/>
    <p:sldId id="2147482699" r:id="rId17"/>
    <p:sldId id="2147482700" r:id="rId18"/>
    <p:sldId id="2147482701" r:id="rId19"/>
    <p:sldId id="2147482702" r:id="rId20"/>
    <p:sldId id="2147482703" r:id="rId21"/>
    <p:sldId id="2147482704" r:id="rId22"/>
    <p:sldId id="2147482705" r:id="rId23"/>
    <p:sldId id="2147482706" r:id="rId24"/>
    <p:sldId id="2147482707" r:id="rId25"/>
    <p:sldId id="2147482708" r:id="rId26"/>
    <p:sldId id="2147482709" r:id="rId27"/>
    <p:sldId id="214748271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4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0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BE73D7D-DE62-5268-4B14-29570BCF7451}" name="Manish Singh" initials="MS" userId="S::Manish.Singh@course5i.com::6b393c12-b070-4a3e-b376-478430bb2ec7" providerId="AD"/>
  <p188:author id="{F7C85F7D-0471-C107-67BE-ADCE8BAAA3F9}" name="Nikhil Kandankerry" initials="NK" userId="S::nikhil1.kandankerry@course5i.com::260234d5-030d-4cd5-b411-89a1664fc806" providerId="AD"/>
  <p188:author id="{2B7FC982-38FE-E53E-9699-ECD095AD77CF}" name="Sayan Goswami" initials="SG" userId="S::Sayan.Goswami@course5i.com::352f43c9-c82a-4aba-a2a4-79d7865d4db7" providerId="AD"/>
  <p188:author id="{CB711E94-A83D-7883-F3EE-1864AB2B2EB1}" name="Nisha Choudhary" initials="NC" userId="S::nisha.choudhary@course5i.com::dd1fdac5-2d55-467d-83a7-4af8c2e25693" providerId="AD"/>
  <p188:author id="{26AD709D-7619-D830-1FE8-41FA2DE630EC}" name="Anees Merchant" initials="AM" userId="S::Anees.Merchant@course5i.com::0cab4fef-6107-4c0c-bb50-11f873751725" providerId="AD"/>
  <p188:author id="{79AEB69D-F76C-1C45-9B71-9409D3E0A367}" name="Girish Rao S" initials="GS" userId="S::Girish.S@course5i.com::f21a9eab-a69b-4dcc-84e4-6d5318718cfc" providerId="AD"/>
  <p188:author id="{C3F819FA-5666-F96C-8DC3-8009B1143CBE}" name="Ridhi Agarwal" initials="" userId="S::Ridhi.Agarwal@course5i.com::73ad843f-3a69-4230-b5cd-7660a3093b1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00E0"/>
    <a:srgbClr val="BB71F5"/>
    <a:srgbClr val="BC9BEC"/>
    <a:srgbClr val="1F004C"/>
    <a:srgbClr val="420897"/>
    <a:srgbClr val="8C51E1"/>
    <a:srgbClr val="0C0C0C"/>
    <a:srgbClr val="CCCCCC"/>
    <a:srgbClr val="F6F6F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>
        <p:guide orient="horz" pos="845"/>
        <p:guide pos="3840"/>
        <p:guide pos="3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no'?>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presProps" Target="presProps.xml"/><Relationship Id="rId5" Type="http://schemas.openxmlformats.org/officeDocument/2006/relationships/customXml" Target="../customXml/item5.xml"/><Relationship Id="rId15" Type="http://schemas.microsoft.com/office/2018/10/relationships/authors" Target="authors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tableStyles" Target="tableStyles.xml"/><Relationship Id="rId16" Type="http://schemas.openxmlformats.org/officeDocument/2006/relationships/slide" Target="slides/g1_slide1.xml"/><Relationship Id="rId17" Type="http://schemas.openxmlformats.org/officeDocument/2006/relationships/slide" Target="slides/g1_slide2.xml"/><Relationship Id="rId18" Type="http://schemas.openxmlformats.org/officeDocument/2006/relationships/slide" Target="slides/g1_slide3.xml"/><Relationship Id="rId19" Type="http://schemas.openxmlformats.org/officeDocument/2006/relationships/slide" Target="slides/g1_slide4.xml"/><Relationship Id="rId20" Type="http://schemas.openxmlformats.org/officeDocument/2006/relationships/slide" Target="slides/g1_slide5.xml"/><Relationship Id="rId21" Type="http://schemas.openxmlformats.org/officeDocument/2006/relationships/slide" Target="slides/g1_slide6.xml"/><Relationship Id="rId22" Type="http://schemas.openxmlformats.org/officeDocument/2006/relationships/slide" Target="slides/g1_slide7.xml"/><Relationship Id="rId23" Type="http://schemas.openxmlformats.org/officeDocument/2006/relationships/slide" Target="slides/g1_slide8.xml"/><Relationship Id="rId24" Type="http://schemas.openxmlformats.org/officeDocument/2006/relationships/slide" Target="slides/g1_slide9.xml"/><Relationship Id="rId25" Type="http://schemas.openxmlformats.org/officeDocument/2006/relationships/slide" Target="slides/g1_slide10.xml"/><Relationship Id="rId26" Type="http://schemas.openxmlformats.org/officeDocument/2006/relationships/slide" Target="slides/g1_slide11.xml"/><Relationship Id="rId27" Type="http://schemas.openxmlformats.org/officeDocument/2006/relationships/slide" Target="slides/g1_slide12.xml"/><Relationship Id="rId28" Type="http://schemas.openxmlformats.org/officeDocument/2006/relationships/slideMaster" Target="slideMasters/g1_slideMaster1.xml"/><Relationship Id="rId29" Type="http://schemas.openxmlformats.org/officeDocument/2006/relationships/slide" Target="slides/g2_slide1.xml"/><Relationship Id="rId30" Type="http://schemas.openxmlformats.org/officeDocument/2006/relationships/slideMaster" Target="slideMasters/g2_slideMaster1.xml"/></Relationships>
</file>

<file path=ppt/slideLayouts/_rels/g1_slideLayout1.xml.rels><?xml version='1.0' encoding='UTF-8' standalone='no'?>
<Relationships xmlns="http://schemas.openxmlformats.org/package/2006/relationships"><Relationship Id="rId1" Type="http://schemas.openxmlformats.org/officeDocument/2006/relationships/slideMaster" Target="../slideMasters/g1_slideMaster1.xml"/></Relationships>
</file>

<file path=ppt/slideLayouts/_rels/g2_slideLayout1.xml.rels><?xml version='1.0' encoding='UTF-8' standalone='no'?>
<Relationships xmlns="http://schemas.openxmlformats.org/package/2006/relationships"><Relationship Id="rId3" Type="http://schemas.openxmlformats.org/officeDocument/2006/relationships/image" Target="../media/g2_image3.svg"/><Relationship Id="rId2" Type="http://schemas.openxmlformats.org/officeDocument/2006/relationships/image" Target="../media/g2_image2.svg"/><Relationship Id="rId1" Type="http://schemas.openxmlformats.org/officeDocument/2006/relationships/slideMaster" Target="../slideMasters/g2_slideMaster1.xml"/><Relationship Id="rId4" Type="http://schemas.openxmlformats.org/officeDocument/2006/relationships/image" Target="../media/g2_image4.svg"/></Relationships>
</file>

<file path=ppt/slideLayouts/_rels/g2_slideLayout2.xml.rels><?xml version='1.0' encoding='UTF-8' standalone='no'?>
<Relationships xmlns="http://schemas.openxmlformats.org/package/2006/relationships"><Relationship Id="rId3" Type="http://schemas.openxmlformats.org/officeDocument/2006/relationships/image" Target="../media/g2_image4.svg"/><Relationship Id="rId2" Type="http://schemas.openxmlformats.org/officeDocument/2006/relationships/image" Target="../media/g2_image3.svg"/><Relationship Id="rId1" Type="http://schemas.openxmlformats.org/officeDocument/2006/relationships/slideMaster" Target="../slideMasters/g2_slideMaster1.xml"/></Relationships>
</file>

<file path=ppt/slideLayouts/_rels/g2_slideLayout3.xml.rels><?xml version='1.0' encoding='UTF-8' standalone='no'?>
<Relationships xmlns="http://schemas.openxmlformats.org/package/2006/relationships"><Relationship Id="rId3" Type="http://schemas.openxmlformats.org/officeDocument/2006/relationships/image" Target="../media/g2_image2.svg"/><Relationship Id="rId2" Type="http://schemas.openxmlformats.org/officeDocument/2006/relationships/image" Target="../media/g2_image5.svg"/><Relationship Id="rId1" Type="http://schemas.openxmlformats.org/officeDocument/2006/relationships/slideMaster" Target="../slideMasters/g2_slideMaster1.xml"/><Relationship Id="rId4" Type="http://schemas.openxmlformats.org/officeDocument/2006/relationships/image" Target="../media/g2_image4.svg"/></Relationships>
</file>

<file path=ppt/slideLayouts/_rels/g2_slideLayout4.xml.rels><?xml version='1.0' encoding='UTF-8' standalone='no'?>
<Relationships xmlns="http://schemas.openxmlformats.org/package/2006/relationships"><Relationship Id="rId2" Type="http://schemas.openxmlformats.org/officeDocument/2006/relationships/image" Target="../media/g2_image4.svg"/><Relationship Id="rId1" Type="http://schemas.openxmlformats.org/officeDocument/2006/relationships/slideMaster" Target="../slideMasters/g2_slideMaster1.xml"/></Relationships>
</file>

<file path=ppt/slideLayouts/_rels/g2_slideLayout5.xml.rels><?xml version='1.0' encoding='UTF-8' standalone='no'?>
<Relationships xmlns="http://schemas.openxmlformats.org/package/2006/relationships"><Relationship Id="rId2" Type="http://schemas.openxmlformats.org/officeDocument/2006/relationships/image" Target="../media/g2_image4.svg"/><Relationship Id="rId1" Type="http://schemas.openxmlformats.org/officeDocument/2006/relationships/slideMaster" Target="../slideMasters/g2_slideMaster1.xml"/></Relationships>
</file>

<file path=ppt/slideLayouts/_rels/g2_slideLayout6.xml.rels><?xml version='1.0' encoding='UTF-8' standalone='no'?>
<Relationships xmlns="http://schemas.openxmlformats.org/package/2006/relationships"><Relationship Id="rId2" Type="http://schemas.openxmlformats.org/officeDocument/2006/relationships/image" Target="../media/g2_image4.svg"/><Relationship Id="rId1" Type="http://schemas.openxmlformats.org/officeDocument/2006/relationships/slideMaster" Target="../slideMasters/g2_slideMaster1.xml"/></Relationships>
</file>

<file path=ppt/slideLayouts/_rels/g2_slideLayout7.xml.rels><?xml version='1.0' encoding='UTF-8' standalone='no'?>
<Relationships xmlns="http://schemas.openxmlformats.org/package/2006/relationships"><Relationship Id="rId2" Type="http://schemas.openxmlformats.org/officeDocument/2006/relationships/image" Target="../media/g2_image4.svg"/><Relationship Id="rId1" Type="http://schemas.openxmlformats.org/officeDocument/2006/relationships/slideMaster" Target="../slideMasters/g2_slideMaster1.xml"/></Relationships>
</file>

<file path=ppt/slideLayouts/_rels/g2_slideLayout8.xml.rels><?xml version='1.0' encoding='UTF-8' standalone='no'?>
<Relationships xmlns="http://schemas.openxmlformats.org/package/2006/relationships"><Relationship Id="rId3" Type="http://schemas.openxmlformats.org/officeDocument/2006/relationships/image" Target="../media/g2_image4.svg"/><Relationship Id="rId2" Type="http://schemas.openxmlformats.org/officeDocument/2006/relationships/image" Target="../media/g2_image6.svg"/><Relationship Id="rId1" Type="http://schemas.openxmlformats.org/officeDocument/2006/relationships/slideMaster" Target="../slideMasters/g2_slideMaster1.xml"/></Relationships>
</file>

<file path=ppt/slideLayouts/_rels/g2_slideLayout9.xml.rels><?xml version='1.0' encoding='UTF-8' standalone='no'?>
<Relationships xmlns="http://schemas.openxmlformats.org/package/2006/relationships"><Relationship Id="rId3" Type="http://schemas.openxmlformats.org/officeDocument/2006/relationships/image" Target="../media/g2_image4.svg"/><Relationship Id="rId2" Type="http://schemas.openxmlformats.org/officeDocument/2006/relationships/image" Target="../media/g2_image6.svg"/><Relationship Id="rId1" Type="http://schemas.openxmlformats.org/officeDocument/2006/relationships/slideMaster" Target="../slideMasters/g2_slideMaster1.xml"/></Relationships>
</file>

<file path=ppt/slideLayouts/_rels/g2_slideLayout10.xml.rels><?xml version='1.0' encoding='UTF-8' standalone='no'?>
<Relationships xmlns="http://schemas.openxmlformats.org/package/2006/relationships"><Relationship Id="rId2" Type="http://schemas.openxmlformats.org/officeDocument/2006/relationships/image" Target="../media/g2_image6.svg"/><Relationship Id="rId1" Type="http://schemas.openxmlformats.org/officeDocument/2006/relationships/slideMaster" Target="../slideMasters/g2_slideMaster1.xml"/></Relationships>
</file>

<file path=ppt/slideLayouts/_rels/g2_slideLayout11.xml.rels><?xml version='1.0' encoding='UTF-8' standalone='no'?>
<Relationships xmlns="http://schemas.openxmlformats.org/package/2006/relationships"><Relationship Id="rId3" Type="http://schemas.openxmlformats.org/officeDocument/2006/relationships/image" Target="../media/g2_image8.svg"/><Relationship Id="rId2" Type="http://schemas.openxmlformats.org/officeDocument/2006/relationships/image" Target="../media/g2_image7.svg"/><Relationship Id="rId1" Type="http://schemas.openxmlformats.org/officeDocument/2006/relationships/slideMaster" Target="../slideMasters/g2_slideMaster1.xml"/><Relationship Id="rId6" Type="http://schemas.openxmlformats.org/officeDocument/2006/relationships/image" Target="../media/g2_image11.svg"/><Relationship Id="rId5" Type="http://schemas.openxmlformats.org/officeDocument/2006/relationships/image" Target="../media/g2_image10.png"/><Relationship Id="rId4" Type="http://schemas.openxmlformats.org/officeDocument/2006/relationships/image" Target="../media/g2_image9.svg"/></Relationships>
</file>

<file path=ppt/slideLayouts/_rels/g2_slideLayout12.xml.rels><?xml version='1.0' encoding='UTF-8' standalone='no'?>
<Relationships xmlns="http://schemas.openxmlformats.org/package/2006/relationships"><Relationship Id="rId3" Type="http://schemas.openxmlformats.org/officeDocument/2006/relationships/image" Target="../media/g2_image10.png"/><Relationship Id="rId2" Type="http://schemas.openxmlformats.org/officeDocument/2006/relationships/image" Target="../media/g2_image12.svg"/><Relationship Id="rId1" Type="http://schemas.openxmlformats.org/officeDocument/2006/relationships/slideMaster" Target="../slideMasters/g2_slideMaster1.xml"/><Relationship Id="rId5" Type="http://schemas.openxmlformats.org/officeDocument/2006/relationships/image" Target="../media/g2_image4.svg"/><Relationship Id="rId4" Type="http://schemas.microsoft.com/office/2007/relationships/hdphoto" Target="../media/g2_hdphoto1.wdp"/></Relationships>
</file>

<file path=ppt/slideLayouts/_rels/g2_slideLayout13.xml.rels><?xml version='1.0' encoding='UTF-8' standalone='no'?>
<Relationships xmlns="http://schemas.openxmlformats.org/package/2006/relationships"><Relationship Id="rId3" Type="http://schemas.openxmlformats.org/officeDocument/2006/relationships/image" Target="../media/g2_image14.svg"/><Relationship Id="rId2" Type="http://schemas.openxmlformats.org/officeDocument/2006/relationships/image" Target="../media/g2_image13.svg"/><Relationship Id="rId1" Type="http://schemas.openxmlformats.org/officeDocument/2006/relationships/slideMaster" Target="../slideMasters/g2_slideMaster1.xml"/><Relationship Id="rId4" Type="http://schemas.openxmlformats.org/officeDocument/2006/relationships/image" Target="../media/g2_image4.svg"/></Relationships>
</file>

<file path=ppt/slideLayouts/_rels/g2_slideLayout14.xml.rels><?xml version='1.0' encoding='UTF-8' standalone='no'?>
<Relationships xmlns="http://schemas.openxmlformats.org/package/2006/relationships"><Relationship Id="rId3" Type="http://schemas.openxmlformats.org/officeDocument/2006/relationships/image" Target="../media/g2_image14.svg"/><Relationship Id="rId2" Type="http://schemas.openxmlformats.org/officeDocument/2006/relationships/image" Target="../media/g2_image15.svg"/><Relationship Id="rId1" Type="http://schemas.openxmlformats.org/officeDocument/2006/relationships/slideMaster" Target="../slideMasters/g2_slideMaster1.xml"/><Relationship Id="rId4" Type="http://schemas.openxmlformats.org/officeDocument/2006/relationships/image" Target="../media/g2_image11.svg"/></Relationships>
</file>

<file path=ppt/slideLayouts/_rels/g2_slideLayout15.xml.rels><?xml version='1.0' encoding='UTF-8' standalone='no'?>
<Relationships xmlns="http://schemas.openxmlformats.org/package/2006/relationships"><Relationship Id="rId2" Type="http://schemas.openxmlformats.org/officeDocument/2006/relationships/image" Target="../media/g2_image4.svg"/><Relationship Id="rId1" Type="http://schemas.openxmlformats.org/officeDocument/2006/relationships/slideMaster" Target="../slideMasters/g2_slideMaster1.xml"/></Relationships>
</file>

<file path=ppt/slideLayouts/_rels/g2_slideLayout16.xml.rels><?xml version='1.0' encoding='UTF-8' standalone='no'?>
<Relationships xmlns="http://schemas.openxmlformats.org/package/2006/relationships"><Relationship Id="rId2" Type="http://schemas.openxmlformats.org/officeDocument/2006/relationships/image" Target="../media/g2_image16.jpeg"/><Relationship Id="rId1" Type="http://schemas.openxmlformats.org/officeDocument/2006/relationships/slideMaster" Target="../slideMasters/g2_slideMaster1.xml"/></Relationships>
</file>

<file path=ppt/slideLayouts/_rels/g2_slideLayout17.xml.rels><?xml version='1.0' encoding='UTF-8' standalone='no'?>
<Relationships xmlns="http://schemas.openxmlformats.org/package/2006/relationships"><Relationship Id="rId1" Type="http://schemas.openxmlformats.org/officeDocument/2006/relationships/slideMaster" Target="../slideMasters/g2_slideMaster1.xml"/></Relationships>
</file>

<file path=ppt/slideLayouts/_rels/g2_slideLayout18.xml.rels><?xml version='1.0' encoding='UTF-8' standalone='no'?>
<Relationships xmlns="http://schemas.openxmlformats.org/package/2006/relationships"><Relationship Id="rId3" Type="http://schemas.openxmlformats.org/officeDocument/2006/relationships/image" Target="../media/g2_image18.svg"/><Relationship Id="rId2" Type="http://schemas.openxmlformats.org/officeDocument/2006/relationships/image" Target="../media/g2_image17.jpeg"/><Relationship Id="rId1" Type="http://schemas.openxmlformats.org/officeDocument/2006/relationships/slideMaster" Target="../slideMasters/g2_slideMaster1.xml"/><Relationship Id="rId4" Type="http://schemas.openxmlformats.org/officeDocument/2006/relationships/image" Target="../media/g2_image19.svg"/></Relationships>
</file>

<file path=ppt/slideLayouts/_rels/g2_slideLayout19.xml.rels><?xml version='1.0' encoding='UTF-8' standalone='no'?>
<Relationships xmlns="http://schemas.openxmlformats.org/package/2006/relationships"><Relationship Id="rId2" Type="http://schemas.openxmlformats.org/officeDocument/2006/relationships/image" Target="../media/g2_image20.png"/><Relationship Id="rId1" Type="http://schemas.openxmlformats.org/officeDocument/2006/relationships/slideMaster" Target="../slideMasters/g2_slideMaster1.xml"/></Relationships>
</file>

<file path=ppt/slideLayouts/_rels/g2_slideLayout20.xml.rels><?xml version='1.0' encoding='UTF-8' standalone='no'?>
<Relationships xmlns="http://schemas.openxmlformats.org/package/2006/relationships"><Relationship Id="rId1" Type="http://schemas.openxmlformats.org/officeDocument/2006/relationships/slideMaster" Target="../slideMasters/g2_slideMaster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g1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g2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462B3-4ED2-3397-A8E4-F51DB0B7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2065269"/>
            <a:ext cx="3935414" cy="1011046"/>
          </a:xfrm>
        </p:spPr>
        <p:txBody>
          <a:bodyPr lIns="0" tIns="0" rIns="0" bIns="0">
            <a:spAutoFit/>
          </a:bodyPr>
          <a:lstStyle>
            <a:lvl1pPr>
              <a:defRPr sz="36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E9E109-6B3E-6C9C-BA47-0AE434A85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9FC8DA47-3A09-4F00-8305-F0B3A1CA7BB5}" type="datetime1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AAE53-C31F-9708-D97D-B3DEA03E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4FE5F-8399-52F2-B62B-BD896F6F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706F20ED-AAF6-4A17-97AA-86A4AF4EDCD9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6417BDE-E4C5-743D-BFE3-2ABC6756BA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72000" y="0"/>
            <a:ext cx="720000" cy="72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F3C3DC9-43B5-A750-3EDF-449C3BF925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72000" y="6137275"/>
            <a:ext cx="720000" cy="72072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9B3284-D969-6A3E-D3A0-AB6997DED22B}"/>
              </a:ext>
            </a:extLst>
          </p:cNvPr>
          <p:cNvSpPr txBox="1">
            <a:spLocks/>
          </p:cNvSpPr>
          <p:nvPr userDrawn="1"/>
        </p:nvSpPr>
        <p:spPr>
          <a:xfrm>
            <a:off x="368300" y="6259408"/>
            <a:ext cx="3935414" cy="113877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">
                <a:latin typeface="+mn-lt"/>
              </a:rPr>
              <a:t>© 2024 C5i, All Rights Reserved.</a:t>
            </a:r>
            <a:endParaRPr lang="en-IN" sz="800">
              <a:latin typeface="+mn-lt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0CBB670-53B7-E67C-9D5B-3044BE75A5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8300" y="3341422"/>
            <a:ext cx="3935413" cy="256224"/>
          </a:xfrm>
        </p:spPr>
        <p:txBody>
          <a:bodyPr lIns="0" tIns="0" rIns="0" bIns="0" anchor="ctr">
            <a:spAutoFit/>
          </a:bodyPr>
          <a:lstStyle>
            <a:lvl1pPr marL="0" indent="0">
              <a:buNone/>
              <a:defRPr sz="1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</a:t>
            </a:r>
            <a:endParaRPr lang="en-IN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F0FC365-A10F-E1B3-4869-F840DD07E9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300" y="367200"/>
            <a:ext cx="1410730" cy="726112"/>
          </a:xfrm>
          <a:prstGeom prst="rect">
            <a:avLst/>
          </a:prstGeom>
        </p:spPr>
      </p:pic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2785243-A571-79F0-DA3C-1F03A699D40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87926" y="720725"/>
            <a:ext cx="6484074" cy="5417275"/>
          </a:xfrm>
        </p:spPr>
        <p:txBody>
          <a:bodyPr/>
          <a:lstStyle/>
          <a:p>
            <a:r>
              <a:rPr lang="en-US"/>
              <a:t> 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855618"/>
      </p:ext>
    </p:extLst>
  </p:cSld>
  <p:clrMapOvr>
    <a:masterClrMapping/>
  </p:clrMapOvr>
</p:sldLayout>
</file>

<file path=ppt/slideLayouts/g2_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DA0145-FFB0-2062-B0F5-8F6F338AE7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0188" y="4062413"/>
            <a:ext cx="3970337" cy="256224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IN" sz="18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text</a:t>
            </a:r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3462B3-4ED2-3397-A8E4-F51DB0B7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0213" y="2877229"/>
            <a:ext cx="3935414" cy="997196"/>
          </a:xfrm>
        </p:spPr>
        <p:txBody>
          <a:bodyPr lIns="0" tIns="0" rIns="0" bIns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E9E109-6B3E-6C9C-BA47-0AE434A85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3F59A-FA18-47FB-B281-DAE40EB425F0}" type="datetime1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AAE53-C31F-9708-D97D-B3DEA03E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4FE5F-8399-52F2-B62B-BD896F6F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F3C3DC9-43B5-A750-3EDF-449C3BF925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" y="2540"/>
            <a:ext cx="4217671" cy="6946899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9B3284-D969-6A3E-D3A0-AB6997DED22B}"/>
              </a:ext>
            </a:extLst>
          </p:cNvPr>
          <p:cNvSpPr txBox="1">
            <a:spLocks/>
          </p:cNvSpPr>
          <p:nvPr userDrawn="1"/>
        </p:nvSpPr>
        <p:spPr>
          <a:xfrm>
            <a:off x="876934" y="6266921"/>
            <a:ext cx="3426780" cy="11387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">
                <a:latin typeface="+mn-lt"/>
              </a:rPr>
              <a:t>© 2024 C5i, All Rights Reserved.</a:t>
            </a:r>
            <a:endParaRPr lang="en-IN" sz="800">
              <a:latin typeface="+mn-lt"/>
            </a:endParaRP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2785243-A571-79F0-DA3C-1F03A699D4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5633" y="1895042"/>
            <a:ext cx="6484074" cy="3293838"/>
          </a:xfrm>
        </p:spPr>
        <p:txBody>
          <a:bodyPr/>
          <a:lstStyle/>
          <a:p>
            <a:endParaRPr lang="en-IN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13401BF-B6A3-5E56-D9F4-80B91B1B11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300" y="367200"/>
            <a:ext cx="1410730" cy="72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155707"/>
      </p:ext>
    </p:extLst>
  </p:cSld>
  <p:clrMapOvr>
    <a:masterClrMapping/>
  </p:clrMapOvr>
</p:sldLayout>
</file>

<file path=ppt/slideLayouts/g2_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462B3-4ED2-3397-A8E4-F51DB0B7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944" y="3131890"/>
            <a:ext cx="3935414" cy="1159736"/>
          </a:xfrm>
        </p:spPr>
        <p:txBody>
          <a:bodyPr lIns="0" tIns="0" rIns="0" bIns="0">
            <a:spAutoFit/>
          </a:bodyPr>
          <a:lstStyle>
            <a:lvl1pPr>
              <a:defRPr sz="4000" b="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E9E109-6B3E-6C9C-BA47-0AE434A85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9C4E6-1755-48B9-A707-63047D88047A}" type="datetime1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AAE53-C31F-9708-D97D-B3DEA03E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4FE5F-8399-52F2-B62B-BD896F6F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F3C3DC9-43B5-A750-3EDF-449C3BF925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464364" y="2931938"/>
            <a:ext cx="2038585" cy="5008538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9B3284-D969-6A3E-D3A0-AB6997DED22B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39624" y="5606128"/>
            <a:ext cx="1421766" cy="11387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">
                <a:latin typeface="+mn-lt"/>
              </a:rPr>
              <a:t>© 2024 C5i, All Rights Reserved.</a:t>
            </a:r>
            <a:endParaRPr lang="en-IN" sz="800">
              <a:latin typeface="+mn-lt"/>
            </a:endParaRP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2785243-A571-79F0-DA3C-1F03A699D4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87926" y="720000"/>
            <a:ext cx="6484074" cy="5769700"/>
          </a:xfrm>
        </p:spPr>
        <p:txBody>
          <a:bodyPr/>
          <a:lstStyle/>
          <a:p>
            <a:endParaRPr lang="en-IN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782FD74-C220-DBEF-2B9B-097F67F36C4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72000" y="0"/>
            <a:ext cx="720000" cy="7200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08E9B6-26E3-379A-C10D-E09CF66E22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250" y="4578350"/>
            <a:ext cx="3936108" cy="256224"/>
          </a:xfrm>
        </p:spPr>
        <p:txBody>
          <a:bodyPr lIns="0" tIns="0" rIns="0" bIns="0" anchor="ctr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3E6F6C8-E3E4-764F-1E55-FBB0C96288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300" y="367200"/>
            <a:ext cx="1410730" cy="72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905254"/>
      </p:ext>
    </p:extLst>
  </p:cSld>
  <p:clrMapOvr>
    <a:masterClrMapping/>
  </p:clrMapOvr>
</p:sldLayout>
</file>

<file path=ppt/slideLayouts/g2_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56D13AA-BC4B-892C-C81B-3B8049CC6E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70B0D6-CBEE-57B3-89B2-7D1F423A93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300" y="394047"/>
            <a:ext cx="10113433" cy="443198"/>
          </a:xfrm>
        </p:spPr>
        <p:txBody>
          <a:bodyPr wrap="square" lIns="0" tIns="0" rIns="0" bIns="0" anchor="ctr">
            <a:spAutoFit/>
          </a:bodyPr>
          <a:lstStyle>
            <a:lvl1pPr algn="l">
              <a:defRPr sz="32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8BFA-FFFE-449E-A5F7-AA919EC454C5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406A3A-C99B-286D-6FE1-E3E07586AA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8299" y="1022032"/>
            <a:ext cx="11452225" cy="256224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FBE9A6-FA26-90ED-52F0-61ED76944F69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4402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607">
          <p15:clr>
            <a:srgbClr val="FBAE40"/>
          </p15:clr>
        </p15:guide>
      </p15:sldGuideLst>
    </p:ext>
  </p:extLst>
</p:sldLayout>
</file>

<file path=ppt/slideLayouts/g2_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0B0D6-CBEE-57B3-89B2-7D1F423A93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300" y="368300"/>
            <a:ext cx="10113434" cy="443198"/>
          </a:xfrm>
        </p:spPr>
        <p:txBody>
          <a:bodyPr wrap="square" lIns="0" tIns="0" r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200" b="1" kern="1200" dirty="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450D3-639E-4C6A-BAEE-4E41B5F2A14F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4E30267-61B4-B245-1C86-403A434637E5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E287B6E0-52E7-35CA-3030-79AA65C174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529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602">
          <p15:clr>
            <a:srgbClr val="FBAE40"/>
          </p15:clr>
        </p15:guide>
      </p15:sldGuideLst>
    </p:ext>
  </p:extLst>
</p:sldLayout>
</file>

<file path=ppt/slideLayouts/g2_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0B0D6-CBEE-57B3-89B2-7D1F423A93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8300" y="368300"/>
            <a:ext cx="10113434" cy="886397"/>
          </a:xfrm>
        </p:spPr>
        <p:txBody>
          <a:bodyPr wrap="square" lIns="0" tIns="0" r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200" b="1" kern="1200" dirty="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</a:t>
            </a:r>
            <a:br>
              <a:rPr lang="en-US"/>
            </a:br>
            <a:r>
              <a:rPr lang="en-US"/>
              <a:t>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C4CE-DE0F-4102-A09A-1DE94E22D998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406A3A-C99B-286D-6FE1-E3E07586AA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8299" y="1513522"/>
            <a:ext cx="10113435" cy="256224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717A286-0E5B-29DB-56C2-F56C019D61FB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D977EAA5-43E4-907D-F394-1DF8FE871C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5804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607">
          <p15:clr>
            <a:srgbClr val="FBAE40"/>
          </p15:clr>
        </p15:guide>
      </p15:sldGuideLst>
    </p:ext>
  </p:extLst>
</p:sldLayout>
</file>

<file path=ppt/slideLayouts/g2_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0B0D6-CBEE-57B3-89B2-7D1F423A93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8300" y="368300"/>
            <a:ext cx="10113434" cy="886397"/>
          </a:xfrm>
        </p:spPr>
        <p:txBody>
          <a:bodyPr wrap="square" lIns="0" tIns="0" r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200" b="1" kern="1200" dirty="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</a:t>
            </a:r>
            <a:br>
              <a:rPr lang="en-US"/>
            </a:br>
            <a:r>
              <a:rPr lang="en-US"/>
              <a:t>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E6594-349B-4025-A45C-E922E23AE391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442845-BD6D-2336-5FD1-0124D82900EC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8AD31D00-962B-5CB9-A533-23911A17FF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581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g2_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19D14-171F-49F6-A07C-05640514E00F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204F8F-876D-CB6B-C6DF-D35F2489DD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8300" y="1781087"/>
            <a:ext cx="10113434" cy="443198"/>
          </a:xfrm>
        </p:spPr>
        <p:txBody>
          <a:bodyPr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B48D021-FC24-ED59-421C-2F6B11AAF0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300" y="368300"/>
            <a:ext cx="990600" cy="99060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8300" y="2552700"/>
            <a:ext cx="11452224" cy="490904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DBDAD043-5CE9-56E1-BF4C-CF45628710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890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g2_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E17E1-E5D9-44F4-AB68-40BE993B70E8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B48D021-FC24-ED59-421C-2F6B11AAF0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300" y="835012"/>
            <a:ext cx="622300" cy="62230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8300" y="2552699"/>
            <a:ext cx="5346700" cy="3771901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B623A56E-88F9-D66F-F371-62ED87E7FB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75398" y="2552699"/>
            <a:ext cx="5445125" cy="3771901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C48A9A1-7226-FE9A-6540-29824FA64E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75398" y="1724483"/>
            <a:ext cx="4169410" cy="276999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20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8300" y="1699084"/>
            <a:ext cx="4169410" cy="276999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20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EFCCD21B-AF61-A7CC-AE31-97F19C4B56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88100" y="835012"/>
            <a:ext cx="622300" cy="62230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897AC23-2263-A2A3-2E3B-FEB4126EA2BB}"/>
              </a:ext>
            </a:extLst>
          </p:cNvPr>
          <p:cNvCxnSpPr>
            <a:cxnSpLocks/>
          </p:cNvCxnSpPr>
          <p:nvPr userDrawn="1"/>
        </p:nvCxnSpPr>
        <p:spPr>
          <a:xfrm>
            <a:off x="368300" y="2298700"/>
            <a:ext cx="4248000" cy="0"/>
          </a:xfrm>
          <a:prstGeom prst="line">
            <a:avLst/>
          </a:prstGeom>
          <a:ln w="22225">
            <a:solidFill>
              <a:srgbClr val="680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7B6C3E9-68F6-BDA4-AC49-18CE861B285E}"/>
              </a:ext>
            </a:extLst>
          </p:cNvPr>
          <p:cNvCxnSpPr>
            <a:cxnSpLocks/>
          </p:cNvCxnSpPr>
          <p:nvPr userDrawn="1"/>
        </p:nvCxnSpPr>
        <p:spPr>
          <a:xfrm>
            <a:off x="6375398" y="2298700"/>
            <a:ext cx="4206877" cy="0"/>
          </a:xfrm>
          <a:prstGeom prst="line">
            <a:avLst/>
          </a:prstGeom>
          <a:ln w="22225">
            <a:solidFill>
              <a:srgbClr val="680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6EED4515-FC0A-BFF1-F3CA-07266743A0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728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g2_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B4DCA09-CDA8-2222-4287-83D2A5BF528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68300" y="368300"/>
            <a:ext cx="11452225" cy="306070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A5C34-EB78-4384-BD3B-8EFB04F75FD0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8300" y="4559300"/>
            <a:ext cx="11452224" cy="1765300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8300" y="3548300"/>
            <a:ext cx="4169410" cy="664797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24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 here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897AC23-2263-A2A3-2E3B-FEB4126EA2BB}"/>
              </a:ext>
            </a:extLst>
          </p:cNvPr>
          <p:cNvCxnSpPr>
            <a:cxnSpLocks/>
          </p:cNvCxnSpPr>
          <p:nvPr userDrawn="1"/>
        </p:nvCxnSpPr>
        <p:spPr>
          <a:xfrm>
            <a:off x="368300" y="4341815"/>
            <a:ext cx="4878403" cy="0"/>
          </a:xfrm>
          <a:prstGeom prst="line">
            <a:avLst/>
          </a:prstGeom>
          <a:ln w="22225">
            <a:solidFill>
              <a:srgbClr val="680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2B48D021-FC24-ED59-421C-2F6B11AAF0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 flipH="1">
            <a:off x="368300" y="2806700"/>
            <a:ext cx="622300" cy="6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034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g2_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>
            <a:extLst>
              <a:ext uri="{FF2B5EF4-FFF2-40B4-BE49-F238E27FC236}">
                <a16:creationId xmlns:a16="http://schemas.microsoft.com/office/drawing/2014/main" id="{0CAF7CD8-6D4E-13EB-0C9F-6CE836C46C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25" y="3431439"/>
            <a:ext cx="8743946" cy="343645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55A37DF-70BC-1FFE-646A-ADFFFD19B2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3197" y="-1"/>
            <a:ext cx="3428804" cy="342899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015CCE1-46A9-EACD-DE40-248D82A1B73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" y="0"/>
            <a:ext cx="5333997" cy="342899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446895B-2023-5F52-B493-5E4599B848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16074" b="15121"/>
          <a:stretch/>
        </p:blipFill>
        <p:spPr>
          <a:xfrm>
            <a:off x="-5" y="-5016"/>
            <a:ext cx="5000627" cy="3436454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EEED7377-17E9-4D53-29E1-83C1D936BC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300" y="4457700"/>
            <a:ext cx="8128000" cy="398571"/>
          </a:xfrm>
        </p:spPr>
        <p:txBody>
          <a:bodyPr lIns="0" tIns="0" rIns="0" bIns="0" anchor="ctr">
            <a:spAutoFit/>
          </a:bodyPr>
          <a:lstStyle>
            <a:lvl1pPr marL="0" indent="0">
              <a:buNone/>
              <a:defRPr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CAA27DC-724D-E43A-112E-C927AFA2E1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8301" y="5043488"/>
            <a:ext cx="8128000" cy="227755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C635C8-24B4-AF44-DF7E-8C4FF7A60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34000" y="0"/>
            <a:ext cx="3428804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9F6F14A-E001-9412-EDB9-4E7F4C2CFE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2804" y="3426561"/>
            <a:ext cx="3429196" cy="3429000"/>
          </a:xfrm>
        </p:spPr>
        <p:txBody>
          <a:bodyPr/>
          <a:lstStyle/>
          <a:p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95F470A-F06E-8EA1-23D9-3172D00994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893076" y="260783"/>
            <a:ext cx="925209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892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3817">
          <p15:clr>
            <a:srgbClr val="FBAE40"/>
          </p15:clr>
        </p15:guide>
      </p15:sldGuideLst>
    </p:ext>
  </p:extLst>
</p:sldLayout>
</file>

<file path=ppt/slideLayouts/g2_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>
            <a:extLst>
              <a:ext uri="{FF2B5EF4-FFF2-40B4-BE49-F238E27FC236}">
                <a16:creationId xmlns:a16="http://schemas.microsoft.com/office/drawing/2014/main" id="{0CAF7CD8-6D4E-13EB-0C9F-6CE836C46C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3431439"/>
            <a:ext cx="5334000" cy="343645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446895B-2023-5F52-B493-5E4599B848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t="16074" b="15121"/>
          <a:stretch/>
        </p:blipFill>
        <p:spPr>
          <a:xfrm>
            <a:off x="-5" y="-5016"/>
            <a:ext cx="5000627" cy="3436454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EEED7377-17E9-4D53-29E1-83C1D936BC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300" y="4263801"/>
            <a:ext cx="4305300" cy="786369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b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CAA27DC-724D-E43A-112E-C927AFA2E1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8301" y="5212821"/>
            <a:ext cx="4305300" cy="227755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767B2AFA-DFF8-5306-5B34-2CF9C448DD4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34000" y="0"/>
            <a:ext cx="3428804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AE18AFCA-4718-B42A-442F-4CE8899B70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2804" y="3426561"/>
            <a:ext cx="3429196" cy="3429000"/>
          </a:xfrm>
        </p:spPr>
        <p:txBody>
          <a:bodyPr/>
          <a:lstStyle/>
          <a:p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A223BFC-6666-5CBB-2DFE-7A3A254B34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3165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17">
          <p15:clr>
            <a:srgbClr val="FBAE40"/>
          </p15:clr>
        </p15:guide>
      </p15:sldGuideLst>
    </p:ext>
  </p:extLst>
</p:sldLayout>
</file>

<file path=ppt/slideLayouts/g2_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B236B6CE-E872-2C36-565A-6B499CB76E8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60463" y="2192338"/>
            <a:ext cx="3771900" cy="3214687"/>
          </a:xfrm>
        </p:spPr>
        <p:txBody>
          <a:bodyPr/>
          <a:lstStyle/>
          <a:p>
            <a:endParaRPr lang="en-IN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2725FEF-9ABF-0B61-DDA4-467541565B32}"/>
              </a:ext>
            </a:extLst>
          </p:cNvPr>
          <p:cNvSpPr/>
          <p:nvPr/>
        </p:nvSpPr>
        <p:spPr>
          <a:xfrm>
            <a:off x="1136266" y="5412930"/>
            <a:ext cx="1787081" cy="1445070"/>
          </a:xfrm>
          <a:custGeom>
            <a:avLst/>
            <a:gdLst>
              <a:gd name="connsiteX0" fmla="*/ 0 w 3417858"/>
              <a:gd name="connsiteY0" fmla="*/ 0 h 3417832"/>
              <a:gd name="connsiteX1" fmla="*/ 3417859 w 3417858"/>
              <a:gd name="connsiteY1" fmla="*/ 3417833 h 341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17858" h="3417832">
                <a:moveTo>
                  <a:pt x="0" y="0"/>
                </a:moveTo>
                <a:lnTo>
                  <a:pt x="3417859" y="3417833"/>
                </a:lnTo>
              </a:path>
            </a:pathLst>
          </a:custGeom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1E5A604-D1B3-D48F-5C4D-D604A6F7ADA9}"/>
              </a:ext>
            </a:extLst>
          </p:cNvPr>
          <p:cNvSpPr/>
          <p:nvPr/>
        </p:nvSpPr>
        <p:spPr>
          <a:xfrm>
            <a:off x="-648633" y="5413143"/>
            <a:ext cx="1787081" cy="1742780"/>
          </a:xfrm>
          <a:custGeom>
            <a:avLst/>
            <a:gdLst>
              <a:gd name="connsiteX0" fmla="*/ 1747486 w 1747486"/>
              <a:gd name="connsiteY0" fmla="*/ 579643 h 1747472"/>
              <a:gd name="connsiteX1" fmla="*/ 579647 w 1747486"/>
              <a:gd name="connsiteY1" fmla="*/ 1747473 h 1747472"/>
              <a:gd name="connsiteX2" fmla="*/ 0 w 1747486"/>
              <a:gd name="connsiteY2" fmla="*/ 1747473 h 1747472"/>
              <a:gd name="connsiteX3" fmla="*/ 0 w 1747486"/>
              <a:gd name="connsiteY3" fmla="*/ 1167830 h 1747472"/>
              <a:gd name="connsiteX4" fmla="*/ 1169450 w 1747486"/>
              <a:gd name="connsiteY4" fmla="*/ 0 h 1747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7486" h="1747472">
                <a:moveTo>
                  <a:pt x="1747486" y="579643"/>
                </a:moveTo>
                <a:lnTo>
                  <a:pt x="579647" y="1747473"/>
                </a:lnTo>
                <a:lnTo>
                  <a:pt x="0" y="1747473"/>
                </a:lnTo>
                <a:lnTo>
                  <a:pt x="0" y="1167830"/>
                </a:lnTo>
                <a:lnTo>
                  <a:pt x="1169450" y="0"/>
                </a:lnTo>
              </a:path>
            </a:pathLst>
          </a:custGeom>
          <a:noFill/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2B40CBC-25CB-E67E-EB85-427CA865B65F}"/>
              </a:ext>
            </a:extLst>
          </p:cNvPr>
          <p:cNvSpPr/>
          <p:nvPr/>
        </p:nvSpPr>
        <p:spPr>
          <a:xfrm>
            <a:off x="-647245" y="5997140"/>
            <a:ext cx="1198902" cy="1182598"/>
          </a:xfrm>
          <a:custGeom>
            <a:avLst/>
            <a:gdLst>
              <a:gd name="connsiteX0" fmla="*/ 1158314 w 1158313"/>
              <a:gd name="connsiteY0" fmla="*/ 0 h 1159985"/>
              <a:gd name="connsiteX1" fmla="*/ 0 w 1158313"/>
              <a:gd name="connsiteY1" fmla="*/ 1159986 h 115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58313" h="1159985">
                <a:moveTo>
                  <a:pt x="1158314" y="0"/>
                </a:moveTo>
                <a:lnTo>
                  <a:pt x="0" y="1159986"/>
                </a:lnTo>
              </a:path>
            </a:pathLst>
          </a:custGeom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E19FFEC-473B-7C1F-4D97-1E47590C3673}"/>
              </a:ext>
            </a:extLst>
          </p:cNvPr>
          <p:cNvGrpSpPr/>
          <p:nvPr userDrawn="1"/>
        </p:nvGrpSpPr>
        <p:grpSpPr>
          <a:xfrm>
            <a:off x="0" y="-110328"/>
            <a:ext cx="2306751" cy="2303232"/>
            <a:chOff x="589942" y="3501"/>
            <a:chExt cx="2306751" cy="2303232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294C2C7-A0D5-76E1-3DD9-A54C11F48C12}"/>
                </a:ext>
              </a:extLst>
            </p:cNvPr>
            <p:cNvSpPr/>
            <p:nvPr/>
          </p:nvSpPr>
          <p:spPr>
            <a:xfrm>
              <a:off x="589942" y="1145697"/>
              <a:ext cx="1161045" cy="1161036"/>
            </a:xfrm>
            <a:custGeom>
              <a:avLst/>
              <a:gdLst>
                <a:gd name="connsiteX0" fmla="*/ 0 w 1161045"/>
                <a:gd name="connsiteY0" fmla="*/ 0 h 1161036"/>
                <a:gd name="connsiteX1" fmla="*/ 1161045 w 1161045"/>
                <a:gd name="connsiteY1" fmla="*/ 0 h 1161036"/>
                <a:gd name="connsiteX2" fmla="*/ 1161045 w 1161045"/>
                <a:gd name="connsiteY2" fmla="*/ 1161037 h 1161036"/>
                <a:gd name="connsiteX3" fmla="*/ 0 w 1161045"/>
                <a:gd name="connsiteY3" fmla="*/ 1161037 h 1161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1045" h="1161036">
                  <a:moveTo>
                    <a:pt x="0" y="0"/>
                  </a:moveTo>
                  <a:lnTo>
                    <a:pt x="1161045" y="0"/>
                  </a:lnTo>
                  <a:lnTo>
                    <a:pt x="1161045" y="1161037"/>
                  </a:lnTo>
                  <a:lnTo>
                    <a:pt x="0" y="1161037"/>
                  </a:lnTo>
                  <a:close/>
                </a:path>
              </a:pathLst>
            </a:custGeom>
            <a:solidFill>
              <a:srgbClr val="6801DC"/>
            </a:solidFill>
            <a:ln w="62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9BACE52-D1EC-4819-1F3C-EAC782E69489}"/>
                </a:ext>
              </a:extLst>
            </p:cNvPr>
            <p:cNvSpPr/>
            <p:nvPr/>
          </p:nvSpPr>
          <p:spPr>
            <a:xfrm>
              <a:off x="589942" y="3501"/>
              <a:ext cx="2296876" cy="2296858"/>
            </a:xfrm>
            <a:custGeom>
              <a:avLst/>
              <a:gdLst>
                <a:gd name="connsiteX0" fmla="*/ 0 w 2296876"/>
                <a:gd name="connsiteY0" fmla="*/ 1148429 h 2296858"/>
                <a:gd name="connsiteX1" fmla="*/ 1148438 w 2296876"/>
                <a:gd name="connsiteY1" fmla="*/ 0 h 2296858"/>
                <a:gd name="connsiteX2" fmla="*/ 2296876 w 2296876"/>
                <a:gd name="connsiteY2" fmla="*/ 0 h 2296858"/>
                <a:gd name="connsiteX3" fmla="*/ 2296876 w 2296876"/>
                <a:gd name="connsiteY3" fmla="*/ 1148429 h 2296858"/>
                <a:gd name="connsiteX4" fmla="*/ 1145146 w 2296876"/>
                <a:gd name="connsiteY4" fmla="*/ 2296859 h 2296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96876" h="2296858">
                  <a:moveTo>
                    <a:pt x="0" y="1148429"/>
                  </a:moveTo>
                  <a:lnTo>
                    <a:pt x="1148438" y="0"/>
                  </a:lnTo>
                  <a:lnTo>
                    <a:pt x="2296876" y="0"/>
                  </a:lnTo>
                  <a:lnTo>
                    <a:pt x="2296876" y="1148429"/>
                  </a:lnTo>
                  <a:lnTo>
                    <a:pt x="1145146" y="2296859"/>
                  </a:lnTo>
                </a:path>
              </a:pathLst>
            </a:custGeom>
            <a:noFill/>
            <a:ln w="6298" cap="flat">
              <a:solidFill>
                <a:srgbClr val="7B27F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21BE14E-D5A5-E8AC-E5AD-AF135DA96A71}"/>
                </a:ext>
              </a:extLst>
            </p:cNvPr>
            <p:cNvSpPr/>
            <p:nvPr/>
          </p:nvSpPr>
          <p:spPr>
            <a:xfrm>
              <a:off x="1738380" y="3501"/>
              <a:ext cx="1158313" cy="1159985"/>
            </a:xfrm>
            <a:custGeom>
              <a:avLst/>
              <a:gdLst>
                <a:gd name="connsiteX0" fmla="*/ 1158314 w 1158313"/>
                <a:gd name="connsiteY0" fmla="*/ 0 h 1159985"/>
                <a:gd name="connsiteX1" fmla="*/ 0 w 1158313"/>
                <a:gd name="connsiteY1" fmla="*/ 1159986 h 115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58313" h="1159985">
                  <a:moveTo>
                    <a:pt x="1158314" y="0"/>
                  </a:moveTo>
                  <a:lnTo>
                    <a:pt x="0" y="1159986"/>
                  </a:lnTo>
                </a:path>
              </a:pathLst>
            </a:custGeom>
            <a:ln w="6298" cap="flat">
              <a:solidFill>
                <a:srgbClr val="7B27F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6FC8DAE8-F78B-39D4-C8B3-F00C22F50F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4378" y="0"/>
            <a:ext cx="7237622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35F848A-9408-8F44-046C-6E0E6ADA9B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22000" y="5588000"/>
            <a:ext cx="1269999" cy="1269999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35F2E65-FC0E-C238-05C5-57606E5BCF3D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5753099" y="2849132"/>
            <a:ext cx="4720079" cy="1107996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4000" b="1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AD4EB10-7E76-E65A-29FD-8D1A88F7A39D}"/>
              </a:ext>
            </a:extLst>
          </p:cNvPr>
          <p:cNvSpPr/>
          <p:nvPr/>
        </p:nvSpPr>
        <p:spPr>
          <a:xfrm>
            <a:off x="550269" y="5411132"/>
            <a:ext cx="589172" cy="589168"/>
          </a:xfrm>
          <a:custGeom>
            <a:avLst/>
            <a:gdLst>
              <a:gd name="connsiteX0" fmla="*/ 0 w 589172"/>
              <a:gd name="connsiteY0" fmla="*/ 0 h 589168"/>
              <a:gd name="connsiteX1" fmla="*/ 589172 w 589172"/>
              <a:gd name="connsiteY1" fmla="*/ 0 h 589168"/>
              <a:gd name="connsiteX2" fmla="*/ 589172 w 589172"/>
              <a:gd name="connsiteY2" fmla="*/ 589168 h 589168"/>
              <a:gd name="connsiteX3" fmla="*/ 0 w 589172"/>
              <a:gd name="connsiteY3" fmla="*/ 589168 h 589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9172" h="589168">
                <a:moveTo>
                  <a:pt x="0" y="0"/>
                </a:moveTo>
                <a:lnTo>
                  <a:pt x="589172" y="0"/>
                </a:lnTo>
                <a:lnTo>
                  <a:pt x="589172" y="589168"/>
                </a:lnTo>
                <a:lnTo>
                  <a:pt x="0" y="589168"/>
                </a:lnTo>
                <a:close/>
              </a:path>
            </a:pathLst>
          </a:custGeom>
          <a:solidFill>
            <a:srgbClr val="6801DC"/>
          </a:solidFill>
          <a:ln w="6298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A8F1B72-2769-0AF9-2723-A95A6BFD2D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658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17">
          <p15:clr>
            <a:srgbClr val="FBAE40"/>
          </p15:clr>
        </p15:guide>
      </p15:sldGuideLst>
    </p:ext>
  </p:extLst>
</p:sldLayout>
</file>

<file path=ppt/slideLayouts/g2_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B236B6CE-E872-2C36-565A-6B499CB76E8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60463" y="2192338"/>
            <a:ext cx="3771900" cy="3214687"/>
          </a:xfrm>
        </p:spPr>
        <p:txBody>
          <a:bodyPr/>
          <a:lstStyle/>
          <a:p>
            <a:endParaRPr lang="en-IN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E19FFEC-473B-7C1F-4D97-1E47590C3673}"/>
              </a:ext>
            </a:extLst>
          </p:cNvPr>
          <p:cNvGrpSpPr/>
          <p:nvPr userDrawn="1"/>
        </p:nvGrpSpPr>
        <p:grpSpPr>
          <a:xfrm>
            <a:off x="0" y="-110328"/>
            <a:ext cx="2306751" cy="2303232"/>
            <a:chOff x="589942" y="3501"/>
            <a:chExt cx="2306751" cy="2303232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294C2C7-A0D5-76E1-3DD9-A54C11F48C12}"/>
                </a:ext>
              </a:extLst>
            </p:cNvPr>
            <p:cNvSpPr/>
            <p:nvPr/>
          </p:nvSpPr>
          <p:spPr>
            <a:xfrm>
              <a:off x="589942" y="1145697"/>
              <a:ext cx="1161045" cy="1161036"/>
            </a:xfrm>
            <a:custGeom>
              <a:avLst/>
              <a:gdLst>
                <a:gd name="connsiteX0" fmla="*/ 0 w 1161045"/>
                <a:gd name="connsiteY0" fmla="*/ 0 h 1161036"/>
                <a:gd name="connsiteX1" fmla="*/ 1161045 w 1161045"/>
                <a:gd name="connsiteY1" fmla="*/ 0 h 1161036"/>
                <a:gd name="connsiteX2" fmla="*/ 1161045 w 1161045"/>
                <a:gd name="connsiteY2" fmla="*/ 1161037 h 1161036"/>
                <a:gd name="connsiteX3" fmla="*/ 0 w 1161045"/>
                <a:gd name="connsiteY3" fmla="*/ 1161037 h 1161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1045" h="1161036">
                  <a:moveTo>
                    <a:pt x="0" y="0"/>
                  </a:moveTo>
                  <a:lnTo>
                    <a:pt x="1161045" y="0"/>
                  </a:lnTo>
                  <a:lnTo>
                    <a:pt x="1161045" y="1161037"/>
                  </a:lnTo>
                  <a:lnTo>
                    <a:pt x="0" y="1161037"/>
                  </a:lnTo>
                  <a:close/>
                </a:path>
              </a:pathLst>
            </a:custGeom>
            <a:solidFill>
              <a:srgbClr val="6801DC"/>
            </a:solidFill>
            <a:ln w="62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9BACE52-D1EC-4819-1F3C-EAC782E69489}"/>
                </a:ext>
              </a:extLst>
            </p:cNvPr>
            <p:cNvSpPr/>
            <p:nvPr/>
          </p:nvSpPr>
          <p:spPr>
            <a:xfrm>
              <a:off x="589942" y="3501"/>
              <a:ext cx="2296876" cy="2296858"/>
            </a:xfrm>
            <a:custGeom>
              <a:avLst/>
              <a:gdLst>
                <a:gd name="connsiteX0" fmla="*/ 0 w 2296876"/>
                <a:gd name="connsiteY0" fmla="*/ 1148429 h 2296858"/>
                <a:gd name="connsiteX1" fmla="*/ 1148438 w 2296876"/>
                <a:gd name="connsiteY1" fmla="*/ 0 h 2296858"/>
                <a:gd name="connsiteX2" fmla="*/ 2296876 w 2296876"/>
                <a:gd name="connsiteY2" fmla="*/ 0 h 2296858"/>
                <a:gd name="connsiteX3" fmla="*/ 2296876 w 2296876"/>
                <a:gd name="connsiteY3" fmla="*/ 1148429 h 2296858"/>
                <a:gd name="connsiteX4" fmla="*/ 1145146 w 2296876"/>
                <a:gd name="connsiteY4" fmla="*/ 2296859 h 2296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96876" h="2296858">
                  <a:moveTo>
                    <a:pt x="0" y="1148429"/>
                  </a:moveTo>
                  <a:lnTo>
                    <a:pt x="1148438" y="0"/>
                  </a:lnTo>
                  <a:lnTo>
                    <a:pt x="2296876" y="0"/>
                  </a:lnTo>
                  <a:lnTo>
                    <a:pt x="2296876" y="1148429"/>
                  </a:lnTo>
                  <a:lnTo>
                    <a:pt x="1145146" y="2296859"/>
                  </a:lnTo>
                </a:path>
              </a:pathLst>
            </a:custGeom>
            <a:noFill/>
            <a:ln w="6298" cap="flat">
              <a:solidFill>
                <a:srgbClr val="7B27F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21BE14E-D5A5-E8AC-E5AD-AF135DA96A71}"/>
                </a:ext>
              </a:extLst>
            </p:cNvPr>
            <p:cNvSpPr/>
            <p:nvPr/>
          </p:nvSpPr>
          <p:spPr>
            <a:xfrm>
              <a:off x="1738380" y="3501"/>
              <a:ext cx="1158313" cy="1159985"/>
            </a:xfrm>
            <a:custGeom>
              <a:avLst/>
              <a:gdLst>
                <a:gd name="connsiteX0" fmla="*/ 1158314 w 1158313"/>
                <a:gd name="connsiteY0" fmla="*/ 0 h 1159985"/>
                <a:gd name="connsiteX1" fmla="*/ 0 w 1158313"/>
                <a:gd name="connsiteY1" fmla="*/ 1159986 h 115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58313" h="1159985">
                  <a:moveTo>
                    <a:pt x="1158314" y="0"/>
                  </a:moveTo>
                  <a:lnTo>
                    <a:pt x="0" y="1159986"/>
                  </a:lnTo>
                </a:path>
              </a:pathLst>
            </a:custGeom>
            <a:ln w="6298" cap="flat">
              <a:solidFill>
                <a:srgbClr val="7B27F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6FC8DAE8-F78B-39D4-C8B3-F00C22F50F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4378" y="0"/>
            <a:ext cx="7237622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35F848A-9408-8F44-046C-6E0E6ADA9B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22000" y="5588000"/>
            <a:ext cx="1269999" cy="1269999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35F2E65-FC0E-C238-05C5-57606E5BCF3D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5753099" y="2875002"/>
            <a:ext cx="4748361" cy="1107996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18E820F-DBE6-8203-10D1-3B4A01F1B053}"/>
              </a:ext>
            </a:extLst>
          </p:cNvPr>
          <p:cNvSpPr/>
          <p:nvPr userDrawn="1"/>
        </p:nvSpPr>
        <p:spPr>
          <a:xfrm>
            <a:off x="1136266" y="5412930"/>
            <a:ext cx="1787081" cy="1445070"/>
          </a:xfrm>
          <a:custGeom>
            <a:avLst/>
            <a:gdLst>
              <a:gd name="connsiteX0" fmla="*/ 0 w 3417858"/>
              <a:gd name="connsiteY0" fmla="*/ 0 h 3417832"/>
              <a:gd name="connsiteX1" fmla="*/ 3417859 w 3417858"/>
              <a:gd name="connsiteY1" fmla="*/ 3417833 h 341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17858" h="3417832">
                <a:moveTo>
                  <a:pt x="0" y="0"/>
                </a:moveTo>
                <a:lnTo>
                  <a:pt x="3417859" y="3417833"/>
                </a:lnTo>
              </a:path>
            </a:pathLst>
          </a:custGeom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395458FD-A920-3DBA-BD1B-D1E250C277E9}"/>
              </a:ext>
            </a:extLst>
          </p:cNvPr>
          <p:cNvSpPr/>
          <p:nvPr userDrawn="1"/>
        </p:nvSpPr>
        <p:spPr>
          <a:xfrm>
            <a:off x="-648633" y="5413143"/>
            <a:ext cx="1787081" cy="1742780"/>
          </a:xfrm>
          <a:custGeom>
            <a:avLst/>
            <a:gdLst>
              <a:gd name="connsiteX0" fmla="*/ 1747486 w 1747486"/>
              <a:gd name="connsiteY0" fmla="*/ 579643 h 1747472"/>
              <a:gd name="connsiteX1" fmla="*/ 579647 w 1747486"/>
              <a:gd name="connsiteY1" fmla="*/ 1747473 h 1747472"/>
              <a:gd name="connsiteX2" fmla="*/ 0 w 1747486"/>
              <a:gd name="connsiteY2" fmla="*/ 1747473 h 1747472"/>
              <a:gd name="connsiteX3" fmla="*/ 0 w 1747486"/>
              <a:gd name="connsiteY3" fmla="*/ 1167830 h 1747472"/>
              <a:gd name="connsiteX4" fmla="*/ 1169450 w 1747486"/>
              <a:gd name="connsiteY4" fmla="*/ 0 h 1747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7486" h="1747472">
                <a:moveTo>
                  <a:pt x="1747486" y="579643"/>
                </a:moveTo>
                <a:lnTo>
                  <a:pt x="579647" y="1747473"/>
                </a:lnTo>
                <a:lnTo>
                  <a:pt x="0" y="1747473"/>
                </a:lnTo>
                <a:lnTo>
                  <a:pt x="0" y="1167830"/>
                </a:lnTo>
                <a:lnTo>
                  <a:pt x="1169450" y="0"/>
                </a:lnTo>
              </a:path>
            </a:pathLst>
          </a:custGeom>
          <a:noFill/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49561116-FC82-5E92-5F6E-626F93F44762}"/>
              </a:ext>
            </a:extLst>
          </p:cNvPr>
          <p:cNvSpPr/>
          <p:nvPr userDrawn="1"/>
        </p:nvSpPr>
        <p:spPr>
          <a:xfrm>
            <a:off x="-647245" y="5997140"/>
            <a:ext cx="1198902" cy="1182598"/>
          </a:xfrm>
          <a:custGeom>
            <a:avLst/>
            <a:gdLst>
              <a:gd name="connsiteX0" fmla="*/ 1158314 w 1158313"/>
              <a:gd name="connsiteY0" fmla="*/ 0 h 1159985"/>
              <a:gd name="connsiteX1" fmla="*/ 0 w 1158313"/>
              <a:gd name="connsiteY1" fmla="*/ 1159986 h 115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58313" h="1159985">
                <a:moveTo>
                  <a:pt x="1158314" y="0"/>
                </a:moveTo>
                <a:lnTo>
                  <a:pt x="0" y="1159986"/>
                </a:lnTo>
              </a:path>
            </a:pathLst>
          </a:custGeom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56DF2066-7F52-81F7-D881-54160AC104E8}"/>
              </a:ext>
            </a:extLst>
          </p:cNvPr>
          <p:cNvSpPr/>
          <p:nvPr userDrawn="1"/>
        </p:nvSpPr>
        <p:spPr>
          <a:xfrm>
            <a:off x="550269" y="5411132"/>
            <a:ext cx="589172" cy="589168"/>
          </a:xfrm>
          <a:custGeom>
            <a:avLst/>
            <a:gdLst>
              <a:gd name="connsiteX0" fmla="*/ 0 w 589172"/>
              <a:gd name="connsiteY0" fmla="*/ 0 h 589168"/>
              <a:gd name="connsiteX1" fmla="*/ 589172 w 589172"/>
              <a:gd name="connsiteY1" fmla="*/ 0 h 589168"/>
              <a:gd name="connsiteX2" fmla="*/ 589172 w 589172"/>
              <a:gd name="connsiteY2" fmla="*/ 589168 h 589168"/>
              <a:gd name="connsiteX3" fmla="*/ 0 w 589172"/>
              <a:gd name="connsiteY3" fmla="*/ 589168 h 589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9172" h="589168">
                <a:moveTo>
                  <a:pt x="0" y="0"/>
                </a:moveTo>
                <a:lnTo>
                  <a:pt x="589172" y="0"/>
                </a:lnTo>
                <a:lnTo>
                  <a:pt x="589172" y="589168"/>
                </a:lnTo>
                <a:lnTo>
                  <a:pt x="0" y="589168"/>
                </a:lnTo>
                <a:close/>
              </a:path>
            </a:pathLst>
          </a:custGeom>
          <a:solidFill>
            <a:srgbClr val="6801DC"/>
          </a:solidFill>
          <a:ln w="6298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F5EF79B-DFF2-5B27-C769-4DCA481516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893076" y="260783"/>
            <a:ext cx="925209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803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17">
          <p15:clr>
            <a:srgbClr val="FBAE40"/>
          </p15:clr>
        </p15:guide>
      </p15:sldGuideLst>
    </p:ext>
  </p:extLst>
</p:sldLayout>
</file>

<file path=ppt/slideLayouts/g2_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03500" y="3828605"/>
            <a:ext cx="7239000" cy="276999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Danke . Gracias . </a:t>
            </a:r>
            <a:r>
              <a:rPr lang="en-US" err="1"/>
              <a:t>Arigato</a:t>
            </a:r>
            <a:r>
              <a:rPr lang="en-US"/>
              <a:t> . </a:t>
            </a:r>
            <a:r>
              <a:rPr lang="ar-AE"/>
              <a:t>شكرًا لك </a:t>
            </a:r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77907" y="3070664"/>
            <a:ext cx="5450205" cy="455509"/>
          </a:xfrm>
        </p:spPr>
        <p:txBody>
          <a:bodyPr wrap="square" lIns="0" tIns="0" rIns="0" bIns="0" anchor="ctr">
            <a:spAutoFit/>
          </a:bodyPr>
          <a:lstStyle>
            <a:lvl1pPr marL="0" indent="0" algn="ctr">
              <a:buNone/>
              <a:defRPr sz="32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0B76027-E332-1451-C842-EC002E59BD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03500" y="4408037"/>
            <a:ext cx="7239000" cy="153888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Needs &amp; expectations of Analytical Insights are changing Rapidly 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ACD6570E-B37D-61AB-A283-C8BAAB64EC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00" y="6104979"/>
            <a:ext cx="4472940" cy="338554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We can partner together for greater decision-making speed,</a:t>
            </a:r>
          </a:p>
          <a:p>
            <a:pPr lvl="0"/>
            <a:r>
              <a:rPr lang="en-US"/>
              <a:t>And help you make the changes 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38B98EDE-92AF-B69E-1BC5-E55411B74C2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20199" y="6020341"/>
            <a:ext cx="2603501" cy="246221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United States | United Kingdom | India | United Arab Emirates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1EDA292F-17B8-2EAE-B1F7-E35BF5DC67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20199" y="6267598"/>
            <a:ext cx="2603501" cy="123110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www.c5i.ai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A208FF4B-6421-33B1-332F-7A714CAB9A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9259" y="1295107"/>
            <a:ext cx="2713482" cy="139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882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g2_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A910EB0-EBBA-9768-BB5B-712708A55D8E}"/>
              </a:ext>
            </a:extLst>
          </p:cNvPr>
          <p:cNvGrpSpPr/>
          <p:nvPr userDrawn="1"/>
        </p:nvGrpSpPr>
        <p:grpSpPr>
          <a:xfrm>
            <a:off x="0" y="0"/>
            <a:ext cx="12218670" cy="6877368"/>
            <a:chOff x="0" y="0"/>
            <a:chExt cx="12218670" cy="6877368"/>
          </a:xfrm>
        </p:grpSpPr>
        <p:pic>
          <p:nvPicPr>
            <p:cNvPr id="6" name="Picture 5" descr="A group of glass squares&#10;&#10;Description automatically generated">
              <a:extLst>
                <a:ext uri="{FF2B5EF4-FFF2-40B4-BE49-F238E27FC236}">
                  <a16:creationId xmlns:a16="http://schemas.microsoft.com/office/drawing/2014/main" id="{2DF0C94B-3105-699A-8EE8-2EC9F73334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98FB322-AEF2-B0D5-4523-275EEA640EB7}"/>
                </a:ext>
              </a:extLst>
            </p:cNvPr>
            <p:cNvSpPr/>
            <p:nvPr userDrawn="1"/>
          </p:nvSpPr>
          <p:spPr>
            <a:xfrm>
              <a:off x="0" y="0"/>
              <a:ext cx="12218670" cy="6877368"/>
            </a:xfrm>
            <a:prstGeom prst="rect">
              <a:avLst/>
            </a:prstGeom>
            <a:solidFill>
              <a:schemeClr val="tx1"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03500" y="3828605"/>
            <a:ext cx="7239000" cy="276999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Danke . Gracias . </a:t>
            </a:r>
            <a:r>
              <a:rPr lang="en-US" err="1"/>
              <a:t>Arigato</a:t>
            </a:r>
            <a:r>
              <a:rPr lang="en-US"/>
              <a:t> . </a:t>
            </a:r>
            <a:r>
              <a:rPr lang="ar-AE"/>
              <a:t>شكرًا لك </a:t>
            </a:r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77907" y="3070664"/>
            <a:ext cx="5450205" cy="455509"/>
          </a:xfrm>
        </p:spPr>
        <p:txBody>
          <a:bodyPr wrap="square" lIns="0" tIns="0" rIns="0" bIns="0" anchor="ctr">
            <a:spAutoFit/>
          </a:bodyPr>
          <a:lstStyle>
            <a:lvl1pPr marL="0" indent="0" algn="ctr">
              <a:buNone/>
              <a:defRPr sz="3200" b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0B76027-E332-1451-C842-EC002E59BD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03500" y="4408037"/>
            <a:ext cx="7239000" cy="153888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Needs &amp; expectations of Analytical Insights are changing Rapidly 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ACD6570E-B37D-61AB-A283-C8BAAB64EC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00" y="6104979"/>
            <a:ext cx="4472940" cy="338554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We can partner together for greater decision-making speed,</a:t>
            </a:r>
          </a:p>
          <a:p>
            <a:pPr lvl="0"/>
            <a:r>
              <a:rPr lang="en-US"/>
              <a:t>And help you make the changes 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38B98EDE-92AF-B69E-1BC5-E55411B74C2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20199" y="6020341"/>
            <a:ext cx="2603501" cy="246221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United States | United Kingdom | India | United Arab Emirates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1EDA292F-17B8-2EAE-B1F7-E35BF5DC67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20199" y="6267598"/>
            <a:ext cx="2603501" cy="123110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www.c5i.ai</a:t>
            </a:r>
          </a:p>
        </p:txBody>
      </p:sp>
      <p:grpSp>
        <p:nvGrpSpPr>
          <p:cNvPr id="3" name="Graphic 8">
            <a:extLst>
              <a:ext uri="{FF2B5EF4-FFF2-40B4-BE49-F238E27FC236}">
                <a16:creationId xmlns:a16="http://schemas.microsoft.com/office/drawing/2014/main" id="{D17721CF-C478-A34D-482E-6EC88169A2A3}"/>
              </a:ext>
            </a:extLst>
          </p:cNvPr>
          <p:cNvGrpSpPr/>
          <p:nvPr userDrawn="1"/>
        </p:nvGrpSpPr>
        <p:grpSpPr>
          <a:xfrm>
            <a:off x="4741200" y="1101600"/>
            <a:ext cx="2714400" cy="1396800"/>
            <a:chOff x="4401883" y="2441257"/>
            <a:chExt cx="3385629" cy="1744027"/>
          </a:xfrm>
          <a:solidFill>
            <a:srgbClr val="FFFFFF"/>
          </a:solidFill>
        </p:grpSpPr>
        <p:grpSp>
          <p:nvGrpSpPr>
            <p:cNvPr id="5" name="Graphic 8">
              <a:extLst>
                <a:ext uri="{FF2B5EF4-FFF2-40B4-BE49-F238E27FC236}">
                  <a16:creationId xmlns:a16="http://schemas.microsoft.com/office/drawing/2014/main" id="{BF6468DF-2F91-FD70-4E2C-94722DE246BA}"/>
                </a:ext>
              </a:extLst>
            </p:cNvPr>
            <p:cNvGrpSpPr/>
            <p:nvPr/>
          </p:nvGrpSpPr>
          <p:grpSpPr>
            <a:xfrm>
              <a:off x="4401883" y="2441257"/>
              <a:ext cx="3385629" cy="1743900"/>
              <a:chOff x="4401883" y="2441257"/>
              <a:chExt cx="3385629" cy="1743900"/>
            </a:xfrm>
            <a:solidFill>
              <a:srgbClr val="FFFFFF"/>
            </a:solidFill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69F96F12-75CF-6E04-B4A7-158C1832B695}"/>
                  </a:ext>
                </a:extLst>
              </p:cNvPr>
              <p:cNvSpPr/>
              <p:nvPr/>
            </p:nvSpPr>
            <p:spPr>
              <a:xfrm>
                <a:off x="4401883" y="2441257"/>
                <a:ext cx="1317688" cy="1743900"/>
              </a:xfrm>
              <a:custGeom>
                <a:avLst/>
                <a:gdLst>
                  <a:gd name="connsiteX0" fmla="*/ 1317689 w 1317688"/>
                  <a:gd name="connsiteY0" fmla="*/ 871982 h 1743900"/>
                  <a:gd name="connsiteX1" fmla="*/ 1317689 w 1317688"/>
                  <a:gd name="connsiteY1" fmla="*/ 443992 h 1743900"/>
                  <a:gd name="connsiteX2" fmla="*/ 1308989 w 1317688"/>
                  <a:gd name="connsiteY2" fmla="*/ 427990 h 1743900"/>
                  <a:gd name="connsiteX3" fmla="*/ 886587 w 1317688"/>
                  <a:gd name="connsiteY3" fmla="*/ 5588 h 1743900"/>
                  <a:gd name="connsiteX4" fmla="*/ 873125 w 1317688"/>
                  <a:gd name="connsiteY4" fmla="*/ 0 h 1743900"/>
                  <a:gd name="connsiteX5" fmla="*/ 446977 w 1317688"/>
                  <a:gd name="connsiteY5" fmla="*/ 0 h 1743900"/>
                  <a:gd name="connsiteX6" fmla="*/ 445706 w 1317688"/>
                  <a:gd name="connsiteY6" fmla="*/ 127 h 1743900"/>
                  <a:gd name="connsiteX7" fmla="*/ 445516 w 1317688"/>
                  <a:gd name="connsiteY7" fmla="*/ 127 h 1743900"/>
                  <a:gd name="connsiteX8" fmla="*/ 443992 w 1317688"/>
                  <a:gd name="connsiteY8" fmla="*/ 0 h 1743900"/>
                  <a:gd name="connsiteX9" fmla="*/ 424942 w 1317688"/>
                  <a:gd name="connsiteY9" fmla="*/ 19050 h 1743900"/>
                  <a:gd name="connsiteX10" fmla="*/ 424942 w 1317688"/>
                  <a:gd name="connsiteY10" fmla="*/ 437324 h 1743900"/>
                  <a:gd name="connsiteX11" fmla="*/ 5588 w 1317688"/>
                  <a:gd name="connsiteY11" fmla="*/ 856678 h 1743900"/>
                  <a:gd name="connsiteX12" fmla="*/ 0 w 1317688"/>
                  <a:gd name="connsiteY12" fmla="*/ 870140 h 1743900"/>
                  <a:gd name="connsiteX13" fmla="*/ 0 w 1317688"/>
                  <a:gd name="connsiteY13" fmla="*/ 1298384 h 1743900"/>
                  <a:gd name="connsiteX14" fmla="*/ 0 w 1317688"/>
                  <a:gd name="connsiteY14" fmla="*/ 1299020 h 1743900"/>
                  <a:gd name="connsiteX15" fmla="*/ 0 w 1317688"/>
                  <a:gd name="connsiteY15" fmla="*/ 1299146 h 1743900"/>
                  <a:gd name="connsiteX16" fmla="*/ 0 w 1317688"/>
                  <a:gd name="connsiteY16" fmla="*/ 1299908 h 1743900"/>
                  <a:gd name="connsiteX17" fmla="*/ 19050 w 1317688"/>
                  <a:gd name="connsiteY17" fmla="*/ 1318958 h 1743900"/>
                  <a:gd name="connsiteX18" fmla="*/ 438468 w 1317688"/>
                  <a:gd name="connsiteY18" fmla="*/ 1318958 h 1743900"/>
                  <a:gd name="connsiteX19" fmla="*/ 857821 w 1317688"/>
                  <a:gd name="connsiteY19" fmla="*/ 1738313 h 1743900"/>
                  <a:gd name="connsiteX20" fmla="*/ 871347 w 1317688"/>
                  <a:gd name="connsiteY20" fmla="*/ 1743901 h 1743900"/>
                  <a:gd name="connsiteX21" fmla="*/ 1298067 w 1317688"/>
                  <a:gd name="connsiteY21" fmla="*/ 1743901 h 1743900"/>
                  <a:gd name="connsiteX22" fmla="*/ 1301115 w 1317688"/>
                  <a:gd name="connsiteY22" fmla="*/ 1743646 h 1743900"/>
                  <a:gd name="connsiteX23" fmla="*/ 1301750 w 1317688"/>
                  <a:gd name="connsiteY23" fmla="*/ 1743520 h 1743900"/>
                  <a:gd name="connsiteX24" fmla="*/ 1302956 w 1317688"/>
                  <a:gd name="connsiteY24" fmla="*/ 1743202 h 1743900"/>
                  <a:gd name="connsiteX25" fmla="*/ 1305370 w 1317688"/>
                  <a:gd name="connsiteY25" fmla="*/ 1742440 h 1743900"/>
                  <a:gd name="connsiteX26" fmla="*/ 1305496 w 1317688"/>
                  <a:gd name="connsiteY26" fmla="*/ 1742377 h 1743900"/>
                  <a:gd name="connsiteX27" fmla="*/ 1307783 w 1317688"/>
                  <a:gd name="connsiteY27" fmla="*/ 1741233 h 1743900"/>
                  <a:gd name="connsiteX28" fmla="*/ 1308037 w 1317688"/>
                  <a:gd name="connsiteY28" fmla="*/ 1741107 h 1743900"/>
                  <a:gd name="connsiteX29" fmla="*/ 1310196 w 1317688"/>
                  <a:gd name="connsiteY29" fmla="*/ 1739519 h 1743900"/>
                  <a:gd name="connsiteX30" fmla="*/ 1311783 w 1317688"/>
                  <a:gd name="connsiteY30" fmla="*/ 1737995 h 1743900"/>
                  <a:gd name="connsiteX31" fmla="*/ 1312609 w 1317688"/>
                  <a:gd name="connsiteY31" fmla="*/ 1737106 h 1743900"/>
                  <a:gd name="connsiteX32" fmla="*/ 1313942 w 1317688"/>
                  <a:gd name="connsiteY32" fmla="*/ 1735391 h 1743900"/>
                  <a:gd name="connsiteX33" fmla="*/ 1315149 w 1317688"/>
                  <a:gd name="connsiteY33" fmla="*/ 1733169 h 1743900"/>
                  <a:gd name="connsiteX34" fmla="*/ 1316228 w 1317688"/>
                  <a:gd name="connsiteY34" fmla="*/ 1730502 h 1743900"/>
                  <a:gd name="connsiteX35" fmla="*/ 1316546 w 1317688"/>
                  <a:gd name="connsiteY35" fmla="*/ 1729359 h 1743900"/>
                  <a:gd name="connsiteX36" fmla="*/ 1316799 w 1317688"/>
                  <a:gd name="connsiteY36" fmla="*/ 1728343 h 1743900"/>
                  <a:gd name="connsiteX37" fmla="*/ 1316990 w 1317688"/>
                  <a:gd name="connsiteY37" fmla="*/ 1726756 h 1743900"/>
                  <a:gd name="connsiteX38" fmla="*/ 1317117 w 1317688"/>
                  <a:gd name="connsiteY38" fmla="*/ 1724851 h 1743900"/>
                  <a:gd name="connsiteX39" fmla="*/ 1317117 w 1317688"/>
                  <a:gd name="connsiteY39" fmla="*/ 1298067 h 1743900"/>
                  <a:gd name="connsiteX40" fmla="*/ 1311529 w 1317688"/>
                  <a:gd name="connsiteY40" fmla="*/ 1284605 h 1743900"/>
                  <a:gd name="connsiteX41" fmla="*/ 917956 w 1317688"/>
                  <a:gd name="connsiteY41" fmla="*/ 891032 h 1743900"/>
                  <a:gd name="connsiteX42" fmla="*/ 1298639 w 1317688"/>
                  <a:gd name="connsiteY42" fmla="*/ 891032 h 1743900"/>
                  <a:gd name="connsiteX43" fmla="*/ 1317689 w 1317688"/>
                  <a:gd name="connsiteY43" fmla="*/ 871982 h 1743900"/>
                  <a:gd name="connsiteX44" fmla="*/ 853503 w 1317688"/>
                  <a:gd name="connsiteY44" fmla="*/ 852932 h 1743900"/>
                  <a:gd name="connsiteX45" fmla="*/ 465455 w 1317688"/>
                  <a:gd name="connsiteY45" fmla="*/ 852932 h 1743900"/>
                  <a:gd name="connsiteX46" fmla="*/ 465455 w 1317688"/>
                  <a:gd name="connsiteY46" fmla="*/ 463042 h 1743900"/>
                  <a:gd name="connsiteX47" fmla="*/ 853503 w 1317688"/>
                  <a:gd name="connsiteY47" fmla="*/ 463042 h 1743900"/>
                  <a:gd name="connsiteX48" fmla="*/ 853503 w 1317688"/>
                  <a:gd name="connsiteY48" fmla="*/ 852932 h 1743900"/>
                  <a:gd name="connsiteX49" fmla="*/ 463042 w 1317688"/>
                  <a:gd name="connsiteY49" fmla="*/ 424942 h 1743900"/>
                  <a:gd name="connsiteX50" fmla="*/ 463042 w 1317688"/>
                  <a:gd name="connsiteY50" fmla="*/ 62103 h 1743900"/>
                  <a:gd name="connsiteX51" fmla="*/ 825944 w 1317688"/>
                  <a:gd name="connsiteY51" fmla="*/ 424942 h 1743900"/>
                  <a:gd name="connsiteX52" fmla="*/ 463042 w 1317688"/>
                  <a:gd name="connsiteY52" fmla="*/ 424942 h 1743900"/>
                  <a:gd name="connsiteX53" fmla="*/ 865251 w 1317688"/>
                  <a:gd name="connsiteY53" fmla="*/ 38100 h 1743900"/>
                  <a:gd name="connsiteX54" fmla="*/ 1252093 w 1317688"/>
                  <a:gd name="connsiteY54" fmla="*/ 424942 h 1743900"/>
                  <a:gd name="connsiteX55" fmla="*/ 879793 w 1317688"/>
                  <a:gd name="connsiteY55" fmla="*/ 424942 h 1743900"/>
                  <a:gd name="connsiteX56" fmla="*/ 492950 w 1317688"/>
                  <a:gd name="connsiteY56" fmla="*/ 38100 h 1743900"/>
                  <a:gd name="connsiteX57" fmla="*/ 865251 w 1317688"/>
                  <a:gd name="connsiteY57" fmla="*/ 38100 h 1743900"/>
                  <a:gd name="connsiteX58" fmla="*/ 38100 w 1317688"/>
                  <a:gd name="connsiteY58" fmla="*/ 878014 h 1743900"/>
                  <a:gd name="connsiteX59" fmla="*/ 427355 w 1317688"/>
                  <a:gd name="connsiteY59" fmla="*/ 488760 h 1743900"/>
                  <a:gd name="connsiteX60" fmla="*/ 427355 w 1317688"/>
                  <a:gd name="connsiteY60" fmla="*/ 863155 h 1743900"/>
                  <a:gd name="connsiteX61" fmla="*/ 38100 w 1317688"/>
                  <a:gd name="connsiteY61" fmla="*/ 1252410 h 1743900"/>
                  <a:gd name="connsiteX62" fmla="*/ 38100 w 1317688"/>
                  <a:gd name="connsiteY62" fmla="*/ 878014 h 1743900"/>
                  <a:gd name="connsiteX63" fmla="*/ 427355 w 1317688"/>
                  <a:gd name="connsiteY63" fmla="*/ 917003 h 1743900"/>
                  <a:gd name="connsiteX64" fmla="*/ 427355 w 1317688"/>
                  <a:gd name="connsiteY64" fmla="*/ 1280858 h 1743900"/>
                  <a:gd name="connsiteX65" fmla="*/ 63500 w 1317688"/>
                  <a:gd name="connsiteY65" fmla="*/ 1280858 h 1743900"/>
                  <a:gd name="connsiteX66" fmla="*/ 427355 w 1317688"/>
                  <a:gd name="connsiteY66" fmla="*/ 917003 h 1743900"/>
                  <a:gd name="connsiteX67" fmla="*/ 879221 w 1317688"/>
                  <a:gd name="connsiteY67" fmla="*/ 1705801 h 1743900"/>
                  <a:gd name="connsiteX68" fmla="*/ 492379 w 1317688"/>
                  <a:gd name="connsiteY68" fmla="*/ 1318958 h 1743900"/>
                  <a:gd name="connsiteX69" fmla="*/ 865251 w 1317688"/>
                  <a:gd name="connsiteY69" fmla="*/ 1318958 h 1743900"/>
                  <a:gd name="connsiteX70" fmla="*/ 1252093 w 1317688"/>
                  <a:gd name="connsiteY70" fmla="*/ 1705801 h 1743900"/>
                  <a:gd name="connsiteX71" fmla="*/ 879221 w 1317688"/>
                  <a:gd name="connsiteY71" fmla="*/ 1705801 h 1743900"/>
                  <a:gd name="connsiteX72" fmla="*/ 1279017 w 1317688"/>
                  <a:gd name="connsiteY72" fmla="*/ 1306004 h 1743900"/>
                  <a:gd name="connsiteX73" fmla="*/ 1279017 w 1317688"/>
                  <a:gd name="connsiteY73" fmla="*/ 1678813 h 1743900"/>
                  <a:gd name="connsiteX74" fmla="*/ 891603 w 1317688"/>
                  <a:gd name="connsiteY74" fmla="*/ 1291463 h 1743900"/>
                  <a:gd name="connsiteX75" fmla="*/ 891603 w 1317688"/>
                  <a:gd name="connsiteY75" fmla="*/ 918591 h 1743900"/>
                  <a:gd name="connsiteX76" fmla="*/ 1279017 w 1317688"/>
                  <a:gd name="connsiteY76" fmla="*/ 1306004 h 1743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1317688" h="1743900">
                    <a:moveTo>
                      <a:pt x="1317689" y="871982"/>
                    </a:moveTo>
                    <a:lnTo>
                      <a:pt x="1317689" y="443992"/>
                    </a:lnTo>
                    <a:cubicBezTo>
                      <a:pt x="1317689" y="437324"/>
                      <a:pt x="1314259" y="431419"/>
                      <a:pt x="1308989" y="427990"/>
                    </a:cubicBezTo>
                    <a:lnTo>
                      <a:pt x="886587" y="5588"/>
                    </a:lnTo>
                    <a:cubicBezTo>
                      <a:pt x="883031" y="2032"/>
                      <a:pt x="878205" y="0"/>
                      <a:pt x="873125" y="0"/>
                    </a:cubicBezTo>
                    <a:lnTo>
                      <a:pt x="446977" y="0"/>
                    </a:lnTo>
                    <a:cubicBezTo>
                      <a:pt x="446532" y="0"/>
                      <a:pt x="446151" y="0"/>
                      <a:pt x="445706" y="127"/>
                    </a:cubicBezTo>
                    <a:cubicBezTo>
                      <a:pt x="445643" y="63"/>
                      <a:pt x="445580" y="63"/>
                      <a:pt x="445516" y="127"/>
                    </a:cubicBezTo>
                    <a:cubicBezTo>
                      <a:pt x="445008" y="0"/>
                      <a:pt x="444500" y="0"/>
                      <a:pt x="443992" y="0"/>
                    </a:cubicBezTo>
                    <a:cubicBezTo>
                      <a:pt x="433451" y="0"/>
                      <a:pt x="424942" y="8572"/>
                      <a:pt x="424942" y="19050"/>
                    </a:cubicBezTo>
                    <a:lnTo>
                      <a:pt x="424942" y="437324"/>
                    </a:lnTo>
                    <a:lnTo>
                      <a:pt x="5588" y="856678"/>
                    </a:lnTo>
                    <a:cubicBezTo>
                      <a:pt x="2032" y="860234"/>
                      <a:pt x="0" y="865060"/>
                      <a:pt x="0" y="870140"/>
                    </a:cubicBezTo>
                    <a:lnTo>
                      <a:pt x="0" y="1298384"/>
                    </a:lnTo>
                    <a:cubicBezTo>
                      <a:pt x="0" y="1298384"/>
                      <a:pt x="0" y="1298829"/>
                      <a:pt x="0" y="1299020"/>
                    </a:cubicBezTo>
                    <a:lnTo>
                      <a:pt x="0" y="1299146"/>
                    </a:lnTo>
                    <a:cubicBezTo>
                      <a:pt x="0" y="1299146"/>
                      <a:pt x="0" y="1299654"/>
                      <a:pt x="0" y="1299908"/>
                    </a:cubicBezTo>
                    <a:cubicBezTo>
                      <a:pt x="0" y="1310450"/>
                      <a:pt x="8509" y="1318958"/>
                      <a:pt x="19050" y="1318958"/>
                    </a:cubicBezTo>
                    <a:lnTo>
                      <a:pt x="438468" y="1318958"/>
                    </a:lnTo>
                    <a:lnTo>
                      <a:pt x="857821" y="1738313"/>
                    </a:lnTo>
                    <a:cubicBezTo>
                      <a:pt x="861441" y="1741869"/>
                      <a:pt x="866267" y="1743901"/>
                      <a:pt x="871347" y="1743901"/>
                    </a:cubicBezTo>
                    <a:lnTo>
                      <a:pt x="1298067" y="1743901"/>
                    </a:lnTo>
                    <a:cubicBezTo>
                      <a:pt x="1299083" y="1743901"/>
                      <a:pt x="1300099" y="1743837"/>
                      <a:pt x="1301115" y="1743646"/>
                    </a:cubicBezTo>
                    <a:cubicBezTo>
                      <a:pt x="1301369" y="1743646"/>
                      <a:pt x="1301559" y="1743646"/>
                      <a:pt x="1301750" y="1743520"/>
                    </a:cubicBezTo>
                    <a:cubicBezTo>
                      <a:pt x="1302131" y="1743456"/>
                      <a:pt x="1302575" y="1743392"/>
                      <a:pt x="1302956" y="1743202"/>
                    </a:cubicBezTo>
                    <a:cubicBezTo>
                      <a:pt x="1303782" y="1743012"/>
                      <a:pt x="1304608" y="1742758"/>
                      <a:pt x="1305370" y="1742440"/>
                    </a:cubicBezTo>
                    <a:cubicBezTo>
                      <a:pt x="1305433" y="1742440"/>
                      <a:pt x="1305433" y="1742377"/>
                      <a:pt x="1305496" y="1742377"/>
                    </a:cubicBezTo>
                    <a:cubicBezTo>
                      <a:pt x="1306322" y="1742059"/>
                      <a:pt x="1307084" y="1741678"/>
                      <a:pt x="1307783" y="1741233"/>
                    </a:cubicBezTo>
                    <a:cubicBezTo>
                      <a:pt x="1307909" y="1741170"/>
                      <a:pt x="1307973" y="1741107"/>
                      <a:pt x="1308037" y="1741107"/>
                    </a:cubicBezTo>
                    <a:cubicBezTo>
                      <a:pt x="1308799" y="1740598"/>
                      <a:pt x="1309497" y="1740090"/>
                      <a:pt x="1310196" y="1739519"/>
                    </a:cubicBezTo>
                    <a:cubicBezTo>
                      <a:pt x="1310767" y="1739075"/>
                      <a:pt x="1311275" y="1738566"/>
                      <a:pt x="1311783" y="1737995"/>
                    </a:cubicBezTo>
                    <a:cubicBezTo>
                      <a:pt x="1312100" y="1737741"/>
                      <a:pt x="1312355" y="1737423"/>
                      <a:pt x="1312609" y="1737106"/>
                    </a:cubicBezTo>
                    <a:cubicBezTo>
                      <a:pt x="1313117" y="1736598"/>
                      <a:pt x="1313498" y="1736027"/>
                      <a:pt x="1313942" y="1735391"/>
                    </a:cubicBezTo>
                    <a:cubicBezTo>
                      <a:pt x="1314387" y="1734693"/>
                      <a:pt x="1314831" y="1733931"/>
                      <a:pt x="1315149" y="1733169"/>
                    </a:cubicBezTo>
                    <a:cubicBezTo>
                      <a:pt x="1315593" y="1732280"/>
                      <a:pt x="1315974" y="1731391"/>
                      <a:pt x="1316228" y="1730502"/>
                    </a:cubicBezTo>
                    <a:cubicBezTo>
                      <a:pt x="1316355" y="1730121"/>
                      <a:pt x="1316482" y="1729740"/>
                      <a:pt x="1316546" y="1729359"/>
                    </a:cubicBezTo>
                    <a:cubicBezTo>
                      <a:pt x="1316673" y="1729041"/>
                      <a:pt x="1316736" y="1728660"/>
                      <a:pt x="1316799" y="1728343"/>
                    </a:cubicBezTo>
                    <a:cubicBezTo>
                      <a:pt x="1316863" y="1727835"/>
                      <a:pt x="1316990" y="1727264"/>
                      <a:pt x="1316990" y="1726756"/>
                    </a:cubicBezTo>
                    <a:cubicBezTo>
                      <a:pt x="1316990" y="1726121"/>
                      <a:pt x="1317117" y="1725485"/>
                      <a:pt x="1317117" y="1724851"/>
                    </a:cubicBezTo>
                    <a:lnTo>
                      <a:pt x="1317117" y="1298067"/>
                    </a:lnTo>
                    <a:cubicBezTo>
                      <a:pt x="1317117" y="1293051"/>
                      <a:pt x="1315085" y="1288161"/>
                      <a:pt x="1311529" y="1284605"/>
                    </a:cubicBezTo>
                    <a:lnTo>
                      <a:pt x="917956" y="891032"/>
                    </a:lnTo>
                    <a:lnTo>
                      <a:pt x="1298639" y="891032"/>
                    </a:lnTo>
                    <a:cubicBezTo>
                      <a:pt x="1309180" y="891032"/>
                      <a:pt x="1317689" y="882459"/>
                      <a:pt x="1317689" y="871982"/>
                    </a:cubicBezTo>
                    <a:close/>
                    <a:moveTo>
                      <a:pt x="853503" y="852932"/>
                    </a:moveTo>
                    <a:lnTo>
                      <a:pt x="465455" y="852932"/>
                    </a:lnTo>
                    <a:lnTo>
                      <a:pt x="465455" y="463042"/>
                    </a:lnTo>
                    <a:lnTo>
                      <a:pt x="853503" y="463042"/>
                    </a:lnTo>
                    <a:lnTo>
                      <a:pt x="853503" y="852932"/>
                    </a:lnTo>
                    <a:close/>
                    <a:moveTo>
                      <a:pt x="463042" y="424942"/>
                    </a:moveTo>
                    <a:lnTo>
                      <a:pt x="463042" y="62103"/>
                    </a:lnTo>
                    <a:lnTo>
                      <a:pt x="825944" y="424942"/>
                    </a:lnTo>
                    <a:lnTo>
                      <a:pt x="463042" y="424942"/>
                    </a:lnTo>
                    <a:close/>
                    <a:moveTo>
                      <a:pt x="865251" y="38100"/>
                    </a:moveTo>
                    <a:lnTo>
                      <a:pt x="1252093" y="424942"/>
                    </a:lnTo>
                    <a:lnTo>
                      <a:pt x="879793" y="424942"/>
                    </a:lnTo>
                    <a:lnTo>
                      <a:pt x="492950" y="38100"/>
                    </a:lnTo>
                    <a:lnTo>
                      <a:pt x="865251" y="38100"/>
                    </a:lnTo>
                    <a:close/>
                    <a:moveTo>
                      <a:pt x="38100" y="878014"/>
                    </a:moveTo>
                    <a:lnTo>
                      <a:pt x="427355" y="488760"/>
                    </a:lnTo>
                    <a:lnTo>
                      <a:pt x="427355" y="863155"/>
                    </a:lnTo>
                    <a:lnTo>
                      <a:pt x="38100" y="1252410"/>
                    </a:lnTo>
                    <a:lnTo>
                      <a:pt x="38100" y="878014"/>
                    </a:lnTo>
                    <a:close/>
                    <a:moveTo>
                      <a:pt x="427355" y="917003"/>
                    </a:moveTo>
                    <a:lnTo>
                      <a:pt x="427355" y="1280858"/>
                    </a:lnTo>
                    <a:lnTo>
                      <a:pt x="63500" y="1280858"/>
                    </a:lnTo>
                    <a:lnTo>
                      <a:pt x="427355" y="917003"/>
                    </a:lnTo>
                    <a:close/>
                    <a:moveTo>
                      <a:pt x="879221" y="1705801"/>
                    </a:moveTo>
                    <a:lnTo>
                      <a:pt x="492379" y="1318958"/>
                    </a:lnTo>
                    <a:lnTo>
                      <a:pt x="865251" y="1318958"/>
                    </a:lnTo>
                    <a:lnTo>
                      <a:pt x="1252093" y="1705801"/>
                    </a:lnTo>
                    <a:lnTo>
                      <a:pt x="879221" y="1705801"/>
                    </a:lnTo>
                    <a:close/>
                    <a:moveTo>
                      <a:pt x="1279017" y="1306004"/>
                    </a:moveTo>
                    <a:lnTo>
                      <a:pt x="1279017" y="1678813"/>
                    </a:lnTo>
                    <a:lnTo>
                      <a:pt x="891603" y="1291463"/>
                    </a:lnTo>
                    <a:lnTo>
                      <a:pt x="891603" y="918591"/>
                    </a:lnTo>
                    <a:lnTo>
                      <a:pt x="1279017" y="1306004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2" name="Graphic 8">
                <a:extLst>
                  <a:ext uri="{FF2B5EF4-FFF2-40B4-BE49-F238E27FC236}">
                    <a16:creationId xmlns:a16="http://schemas.microsoft.com/office/drawing/2014/main" id="{94490FE6-E8CC-A24D-8CB2-D6A1BB4CCCF6}"/>
                  </a:ext>
                </a:extLst>
              </p:cNvPr>
              <p:cNvGrpSpPr/>
              <p:nvPr/>
            </p:nvGrpSpPr>
            <p:grpSpPr>
              <a:xfrm>
                <a:off x="5972619" y="2968180"/>
                <a:ext cx="1814893" cy="905764"/>
                <a:chOff x="5972619" y="2968180"/>
                <a:chExt cx="1814893" cy="905764"/>
              </a:xfrm>
              <a:solidFill>
                <a:srgbClr val="FFFFFF"/>
              </a:solidFill>
            </p:grpSpPr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45585D88-D8AE-9D24-8FE9-89FF10A9F8F0}"/>
                    </a:ext>
                  </a:extLst>
                </p:cNvPr>
                <p:cNvSpPr/>
                <p:nvPr/>
              </p:nvSpPr>
              <p:spPr>
                <a:xfrm>
                  <a:off x="5972619" y="2968180"/>
                  <a:ext cx="742124" cy="886523"/>
                </a:xfrm>
                <a:custGeom>
                  <a:avLst/>
                  <a:gdLst>
                    <a:gd name="connsiteX0" fmla="*/ 0 w 742124"/>
                    <a:gd name="connsiteY0" fmla="*/ 258382 h 886523"/>
                    <a:gd name="connsiteX1" fmla="*/ 0 w 742124"/>
                    <a:gd name="connsiteY1" fmla="*/ 692785 h 886523"/>
                    <a:gd name="connsiteX2" fmla="*/ 13907 w 742124"/>
                    <a:gd name="connsiteY2" fmla="*/ 770636 h 886523"/>
                    <a:gd name="connsiteX3" fmla="*/ 52578 w 742124"/>
                    <a:gd name="connsiteY3" fmla="*/ 832104 h 886523"/>
                    <a:gd name="connsiteX4" fmla="*/ 109538 w 742124"/>
                    <a:gd name="connsiteY4" fmla="*/ 871982 h 886523"/>
                    <a:gd name="connsiteX5" fmla="*/ 177292 w 742124"/>
                    <a:gd name="connsiteY5" fmla="*/ 886523 h 886523"/>
                    <a:gd name="connsiteX6" fmla="*/ 548386 w 742124"/>
                    <a:gd name="connsiteY6" fmla="*/ 886523 h 886523"/>
                    <a:gd name="connsiteX7" fmla="*/ 619315 w 742124"/>
                    <a:gd name="connsiteY7" fmla="*/ 871982 h 886523"/>
                    <a:gd name="connsiteX8" fmla="*/ 681355 w 742124"/>
                    <a:gd name="connsiteY8" fmla="*/ 832104 h 886523"/>
                    <a:gd name="connsiteX9" fmla="*/ 725678 w 742124"/>
                    <a:gd name="connsiteY9" fmla="*/ 770636 h 886523"/>
                    <a:gd name="connsiteX10" fmla="*/ 742125 w 742124"/>
                    <a:gd name="connsiteY10" fmla="*/ 692785 h 886523"/>
                    <a:gd name="connsiteX11" fmla="*/ 742125 w 742124"/>
                    <a:gd name="connsiteY11" fmla="*/ 653860 h 886523"/>
                    <a:gd name="connsiteX12" fmla="*/ 612965 w 742124"/>
                    <a:gd name="connsiteY12" fmla="*/ 653860 h 886523"/>
                    <a:gd name="connsiteX13" fmla="*/ 612965 w 742124"/>
                    <a:gd name="connsiteY13" fmla="*/ 692785 h 886523"/>
                    <a:gd name="connsiteX14" fmla="*/ 592709 w 742124"/>
                    <a:gd name="connsiteY14" fmla="*/ 737743 h 886523"/>
                    <a:gd name="connsiteX15" fmla="*/ 548386 w 742124"/>
                    <a:gd name="connsiteY15" fmla="*/ 757365 h 886523"/>
                    <a:gd name="connsiteX16" fmla="*/ 177292 w 742124"/>
                    <a:gd name="connsiteY16" fmla="*/ 757365 h 886523"/>
                    <a:gd name="connsiteX17" fmla="*/ 141224 w 742124"/>
                    <a:gd name="connsiteY17" fmla="*/ 737743 h 886523"/>
                    <a:gd name="connsiteX18" fmla="*/ 129159 w 742124"/>
                    <a:gd name="connsiteY18" fmla="*/ 692785 h 886523"/>
                    <a:gd name="connsiteX19" fmla="*/ 129159 w 742124"/>
                    <a:gd name="connsiteY19" fmla="*/ 129159 h 886523"/>
                    <a:gd name="connsiteX20" fmla="*/ 0 w 742124"/>
                    <a:gd name="connsiteY20" fmla="*/ 258382 h 886523"/>
                    <a:gd name="connsiteX21" fmla="*/ 742125 w 742124"/>
                    <a:gd name="connsiteY21" fmla="*/ 321691 h 886523"/>
                    <a:gd name="connsiteX22" fmla="*/ 742125 w 742124"/>
                    <a:gd name="connsiteY22" fmla="*/ 193802 h 886523"/>
                    <a:gd name="connsiteX23" fmla="*/ 727583 w 742124"/>
                    <a:gd name="connsiteY23" fmla="*/ 115888 h 886523"/>
                    <a:gd name="connsiteX24" fmla="*/ 687705 w 742124"/>
                    <a:gd name="connsiteY24" fmla="*/ 54483 h 886523"/>
                    <a:gd name="connsiteX25" fmla="*/ 626237 w 742124"/>
                    <a:gd name="connsiteY25" fmla="*/ 14542 h 886523"/>
                    <a:gd name="connsiteX26" fmla="*/ 548386 w 742124"/>
                    <a:gd name="connsiteY26" fmla="*/ 0 h 886523"/>
                    <a:gd name="connsiteX27" fmla="*/ 258318 w 742124"/>
                    <a:gd name="connsiteY27" fmla="*/ 0 h 886523"/>
                    <a:gd name="connsiteX28" fmla="*/ 167005 w 742124"/>
                    <a:gd name="connsiteY28" fmla="*/ 37846 h 886523"/>
                    <a:gd name="connsiteX29" fmla="*/ 129159 w 742124"/>
                    <a:gd name="connsiteY29" fmla="*/ 129159 h 886523"/>
                    <a:gd name="connsiteX30" fmla="*/ 548386 w 742124"/>
                    <a:gd name="connsiteY30" fmla="*/ 129159 h 886523"/>
                    <a:gd name="connsiteX31" fmla="*/ 592709 w 742124"/>
                    <a:gd name="connsiteY31" fmla="*/ 148844 h 886523"/>
                    <a:gd name="connsiteX32" fmla="*/ 612965 w 742124"/>
                    <a:gd name="connsiteY32" fmla="*/ 193802 h 886523"/>
                    <a:gd name="connsiteX33" fmla="*/ 612965 w 742124"/>
                    <a:gd name="connsiteY33" fmla="*/ 321691 h 886523"/>
                    <a:gd name="connsiteX34" fmla="*/ 742125 w 742124"/>
                    <a:gd name="connsiteY34" fmla="*/ 321691 h 8865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742124" h="886523">
                      <a:moveTo>
                        <a:pt x="0" y="258382"/>
                      </a:moveTo>
                      <a:lnTo>
                        <a:pt x="0" y="692785"/>
                      </a:lnTo>
                      <a:cubicBezTo>
                        <a:pt x="0" y="720598"/>
                        <a:pt x="4635" y="746570"/>
                        <a:pt x="13907" y="770636"/>
                      </a:cubicBezTo>
                      <a:cubicBezTo>
                        <a:pt x="23177" y="794703"/>
                        <a:pt x="36068" y="815213"/>
                        <a:pt x="52578" y="832104"/>
                      </a:cubicBezTo>
                      <a:cubicBezTo>
                        <a:pt x="69024" y="848995"/>
                        <a:pt x="88011" y="862266"/>
                        <a:pt x="109538" y="871982"/>
                      </a:cubicBezTo>
                      <a:cubicBezTo>
                        <a:pt x="131064" y="881698"/>
                        <a:pt x="153670" y="886523"/>
                        <a:pt x="177292" y="886523"/>
                      </a:cubicBezTo>
                      <a:lnTo>
                        <a:pt x="548386" y="886523"/>
                      </a:lnTo>
                      <a:cubicBezTo>
                        <a:pt x="572834" y="886523"/>
                        <a:pt x="596519" y="881698"/>
                        <a:pt x="619315" y="871982"/>
                      </a:cubicBezTo>
                      <a:cubicBezTo>
                        <a:pt x="642112" y="862266"/>
                        <a:pt x="662750" y="848995"/>
                        <a:pt x="681355" y="832104"/>
                      </a:cubicBezTo>
                      <a:cubicBezTo>
                        <a:pt x="699897" y="815213"/>
                        <a:pt x="714692" y="794703"/>
                        <a:pt x="725678" y="770636"/>
                      </a:cubicBezTo>
                      <a:cubicBezTo>
                        <a:pt x="736664" y="746570"/>
                        <a:pt x="742125" y="720598"/>
                        <a:pt x="742125" y="692785"/>
                      </a:cubicBezTo>
                      <a:lnTo>
                        <a:pt x="742125" y="653860"/>
                      </a:lnTo>
                      <a:lnTo>
                        <a:pt x="612965" y="653860"/>
                      </a:lnTo>
                      <a:lnTo>
                        <a:pt x="612965" y="692785"/>
                      </a:lnTo>
                      <a:cubicBezTo>
                        <a:pt x="612965" y="709676"/>
                        <a:pt x="606171" y="724662"/>
                        <a:pt x="592709" y="737743"/>
                      </a:cubicBezTo>
                      <a:cubicBezTo>
                        <a:pt x="579184" y="750824"/>
                        <a:pt x="564388" y="757365"/>
                        <a:pt x="548386" y="757365"/>
                      </a:cubicBezTo>
                      <a:lnTo>
                        <a:pt x="177292" y="757365"/>
                      </a:lnTo>
                      <a:cubicBezTo>
                        <a:pt x="161226" y="757365"/>
                        <a:pt x="149225" y="750824"/>
                        <a:pt x="141224" y="737743"/>
                      </a:cubicBezTo>
                      <a:cubicBezTo>
                        <a:pt x="133160" y="724662"/>
                        <a:pt x="129159" y="709676"/>
                        <a:pt x="129159" y="692785"/>
                      </a:cubicBezTo>
                      <a:lnTo>
                        <a:pt x="129159" y="129159"/>
                      </a:lnTo>
                      <a:cubicBezTo>
                        <a:pt x="57848" y="129159"/>
                        <a:pt x="0" y="187008"/>
                        <a:pt x="0" y="258382"/>
                      </a:cubicBezTo>
                      <a:close/>
                      <a:moveTo>
                        <a:pt x="742125" y="321691"/>
                      </a:moveTo>
                      <a:lnTo>
                        <a:pt x="742125" y="193802"/>
                      </a:lnTo>
                      <a:cubicBezTo>
                        <a:pt x="742125" y="165926"/>
                        <a:pt x="737298" y="139954"/>
                        <a:pt x="727583" y="115888"/>
                      </a:cubicBezTo>
                      <a:cubicBezTo>
                        <a:pt x="717867" y="91821"/>
                        <a:pt x="704533" y="71374"/>
                        <a:pt x="687705" y="54483"/>
                      </a:cubicBezTo>
                      <a:cubicBezTo>
                        <a:pt x="670814" y="37592"/>
                        <a:pt x="650303" y="24257"/>
                        <a:pt x="626237" y="14542"/>
                      </a:cubicBezTo>
                      <a:cubicBezTo>
                        <a:pt x="602171" y="4890"/>
                        <a:pt x="576263" y="0"/>
                        <a:pt x="548386" y="0"/>
                      </a:cubicBezTo>
                      <a:lnTo>
                        <a:pt x="258318" y="0"/>
                      </a:lnTo>
                      <a:cubicBezTo>
                        <a:pt x="222631" y="0"/>
                        <a:pt x="190373" y="14478"/>
                        <a:pt x="167005" y="37846"/>
                      </a:cubicBezTo>
                      <a:cubicBezTo>
                        <a:pt x="143637" y="61214"/>
                        <a:pt x="129159" y="93472"/>
                        <a:pt x="129159" y="129159"/>
                      </a:cubicBezTo>
                      <a:lnTo>
                        <a:pt x="548386" y="129159"/>
                      </a:lnTo>
                      <a:cubicBezTo>
                        <a:pt x="564388" y="129159"/>
                        <a:pt x="579184" y="135763"/>
                        <a:pt x="592709" y="148844"/>
                      </a:cubicBezTo>
                      <a:cubicBezTo>
                        <a:pt x="606171" y="161925"/>
                        <a:pt x="612965" y="176911"/>
                        <a:pt x="612965" y="193802"/>
                      </a:cubicBezTo>
                      <a:lnTo>
                        <a:pt x="612965" y="321691"/>
                      </a:lnTo>
                      <a:lnTo>
                        <a:pt x="742125" y="32169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1702AEFC-884C-0907-14E3-F83540839AE0}"/>
                    </a:ext>
                  </a:extLst>
                </p:cNvPr>
                <p:cNvSpPr/>
                <p:nvPr/>
              </p:nvSpPr>
              <p:spPr>
                <a:xfrm>
                  <a:off x="6808470" y="2968180"/>
                  <a:ext cx="700277" cy="129158"/>
                </a:xfrm>
                <a:custGeom>
                  <a:avLst/>
                  <a:gdLst>
                    <a:gd name="connsiteX0" fmla="*/ 127317 w 700277"/>
                    <a:gd name="connsiteY0" fmla="*/ 0 h 129158"/>
                    <a:gd name="connsiteX1" fmla="*/ 0 w 700277"/>
                    <a:gd name="connsiteY1" fmla="*/ 127254 h 129158"/>
                    <a:gd name="connsiteX2" fmla="*/ 0 w 700277"/>
                    <a:gd name="connsiteY2" fmla="*/ 129159 h 129158"/>
                    <a:gd name="connsiteX3" fmla="*/ 700278 w 700277"/>
                    <a:gd name="connsiteY3" fmla="*/ 129159 h 129158"/>
                    <a:gd name="connsiteX4" fmla="*/ 700278 w 700277"/>
                    <a:gd name="connsiteY4" fmla="*/ 0 h 129158"/>
                    <a:gd name="connsiteX5" fmla="*/ 127317 w 700277"/>
                    <a:gd name="connsiteY5" fmla="*/ 0 h 129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00277" h="129158">
                      <a:moveTo>
                        <a:pt x="127317" y="0"/>
                      </a:moveTo>
                      <a:cubicBezTo>
                        <a:pt x="57023" y="0"/>
                        <a:pt x="0" y="56960"/>
                        <a:pt x="0" y="127254"/>
                      </a:cubicBezTo>
                      <a:lnTo>
                        <a:pt x="0" y="129159"/>
                      </a:lnTo>
                      <a:lnTo>
                        <a:pt x="700278" y="129159"/>
                      </a:lnTo>
                      <a:lnTo>
                        <a:pt x="700278" y="0"/>
                      </a:lnTo>
                      <a:lnTo>
                        <a:pt x="127317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2635A3D8-E8C6-83A1-837E-007F23342975}"/>
                    </a:ext>
                  </a:extLst>
                </p:cNvPr>
                <p:cNvSpPr/>
                <p:nvPr/>
              </p:nvSpPr>
              <p:spPr>
                <a:xfrm>
                  <a:off x="7657084" y="3289871"/>
                  <a:ext cx="130428" cy="564832"/>
                </a:xfrm>
                <a:custGeom>
                  <a:avLst/>
                  <a:gdLst>
                    <a:gd name="connsiteX0" fmla="*/ 130429 w 130428"/>
                    <a:gd name="connsiteY0" fmla="*/ 0 h 564832"/>
                    <a:gd name="connsiteX1" fmla="*/ 130429 w 130428"/>
                    <a:gd name="connsiteY1" fmla="*/ 564832 h 564832"/>
                    <a:gd name="connsiteX2" fmla="*/ 0 w 130428"/>
                    <a:gd name="connsiteY2" fmla="*/ 564832 h 564832"/>
                    <a:gd name="connsiteX3" fmla="*/ 0 w 130428"/>
                    <a:gd name="connsiteY3" fmla="*/ 130429 h 564832"/>
                    <a:gd name="connsiteX4" fmla="*/ 130429 w 130428"/>
                    <a:gd name="connsiteY4" fmla="*/ 0 h 564832"/>
                    <a:gd name="connsiteX5" fmla="*/ 130429 w 130428"/>
                    <a:gd name="connsiteY5" fmla="*/ 0 h 5648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0428" h="564832">
                      <a:moveTo>
                        <a:pt x="130429" y="0"/>
                      </a:moveTo>
                      <a:lnTo>
                        <a:pt x="130429" y="564832"/>
                      </a:lnTo>
                      <a:lnTo>
                        <a:pt x="0" y="564832"/>
                      </a:lnTo>
                      <a:lnTo>
                        <a:pt x="0" y="130429"/>
                      </a:lnTo>
                      <a:cubicBezTo>
                        <a:pt x="0" y="58357"/>
                        <a:pt x="58420" y="0"/>
                        <a:pt x="130429" y="0"/>
                      </a:cubicBezTo>
                      <a:lnTo>
                        <a:pt x="13042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CB9E8BBA-CC6B-B305-8885-B873DCBC9F5C}"/>
                    </a:ext>
                  </a:extLst>
                </p:cNvPr>
                <p:cNvSpPr/>
                <p:nvPr/>
              </p:nvSpPr>
              <p:spPr>
                <a:xfrm>
                  <a:off x="6807390" y="3097593"/>
                  <a:ext cx="736091" cy="776351"/>
                </a:xfrm>
                <a:custGeom>
                  <a:avLst/>
                  <a:gdLst>
                    <a:gd name="connsiteX0" fmla="*/ 736092 w 736091"/>
                    <a:gd name="connsiteY0" fmla="*/ 350203 h 776351"/>
                    <a:gd name="connsiteX1" fmla="*/ 736092 w 736091"/>
                    <a:gd name="connsiteY1" fmla="*/ 563753 h 776351"/>
                    <a:gd name="connsiteX2" fmla="*/ 374205 w 736091"/>
                    <a:gd name="connsiteY2" fmla="*/ 776351 h 776351"/>
                    <a:gd name="connsiteX3" fmla="*/ 129921 w 736091"/>
                    <a:gd name="connsiteY3" fmla="*/ 726567 h 776351"/>
                    <a:gd name="connsiteX4" fmla="*/ 0 w 736091"/>
                    <a:gd name="connsiteY4" fmla="*/ 563753 h 776351"/>
                    <a:gd name="connsiteX5" fmla="*/ 0 w 736091"/>
                    <a:gd name="connsiteY5" fmla="*/ 524447 h 776351"/>
                    <a:gd name="connsiteX6" fmla="*/ 123634 w 736091"/>
                    <a:gd name="connsiteY6" fmla="*/ 524447 h 776351"/>
                    <a:gd name="connsiteX7" fmla="*/ 123634 w 736091"/>
                    <a:gd name="connsiteY7" fmla="*/ 563753 h 776351"/>
                    <a:gd name="connsiteX8" fmla="*/ 361823 w 736091"/>
                    <a:gd name="connsiteY8" fmla="*/ 649351 h 776351"/>
                    <a:gd name="connsiteX9" fmla="*/ 368046 w 736091"/>
                    <a:gd name="connsiteY9" fmla="*/ 649351 h 776351"/>
                    <a:gd name="connsiteX10" fmla="*/ 374205 w 736091"/>
                    <a:gd name="connsiteY10" fmla="*/ 649351 h 776351"/>
                    <a:gd name="connsiteX11" fmla="*/ 609092 w 736091"/>
                    <a:gd name="connsiteY11" fmla="*/ 563753 h 776351"/>
                    <a:gd name="connsiteX12" fmla="*/ 609092 w 736091"/>
                    <a:gd name="connsiteY12" fmla="*/ 350203 h 776351"/>
                    <a:gd name="connsiteX13" fmla="*/ 378650 w 736091"/>
                    <a:gd name="connsiteY13" fmla="*/ 264668 h 776351"/>
                    <a:gd name="connsiteX14" fmla="*/ 374205 w 736091"/>
                    <a:gd name="connsiteY14" fmla="*/ 264604 h 776351"/>
                    <a:gd name="connsiteX15" fmla="*/ 368173 w 736091"/>
                    <a:gd name="connsiteY15" fmla="*/ 264668 h 776351"/>
                    <a:gd name="connsiteX16" fmla="*/ 357314 w 736091"/>
                    <a:gd name="connsiteY16" fmla="*/ 264668 h 776351"/>
                    <a:gd name="connsiteX17" fmla="*/ 123634 w 736091"/>
                    <a:gd name="connsiteY17" fmla="*/ 350203 h 776351"/>
                    <a:gd name="connsiteX18" fmla="*/ 123634 w 736091"/>
                    <a:gd name="connsiteY18" fmla="*/ 374078 h 776351"/>
                    <a:gd name="connsiteX19" fmla="*/ 0 w 736091"/>
                    <a:gd name="connsiteY19" fmla="*/ 374078 h 776351"/>
                    <a:gd name="connsiteX20" fmla="*/ 1016 w 736091"/>
                    <a:gd name="connsiteY20" fmla="*/ 0 h 776351"/>
                    <a:gd name="connsiteX21" fmla="*/ 1016 w 736091"/>
                    <a:gd name="connsiteY21" fmla="*/ 0 h 776351"/>
                    <a:gd name="connsiteX22" fmla="*/ 127317 w 736091"/>
                    <a:gd name="connsiteY22" fmla="*/ 127000 h 776351"/>
                    <a:gd name="connsiteX23" fmla="*/ 127000 w 736091"/>
                    <a:gd name="connsiteY23" fmla="*/ 191897 h 776351"/>
                    <a:gd name="connsiteX24" fmla="*/ 374205 w 736091"/>
                    <a:gd name="connsiteY24" fmla="*/ 137605 h 776351"/>
                    <a:gd name="connsiteX25" fmla="*/ 736092 w 736091"/>
                    <a:gd name="connsiteY25" fmla="*/ 350203 h 7763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736091" h="776351">
                      <a:moveTo>
                        <a:pt x="736092" y="350203"/>
                      </a:moveTo>
                      <a:lnTo>
                        <a:pt x="736092" y="563753"/>
                      </a:lnTo>
                      <a:cubicBezTo>
                        <a:pt x="736092" y="684975"/>
                        <a:pt x="580517" y="776351"/>
                        <a:pt x="374205" y="776351"/>
                      </a:cubicBezTo>
                      <a:cubicBezTo>
                        <a:pt x="284607" y="776351"/>
                        <a:pt x="197866" y="758698"/>
                        <a:pt x="129921" y="726567"/>
                      </a:cubicBezTo>
                      <a:cubicBezTo>
                        <a:pt x="46164" y="687007"/>
                        <a:pt x="0" y="629158"/>
                        <a:pt x="0" y="563753"/>
                      </a:cubicBezTo>
                      <a:lnTo>
                        <a:pt x="0" y="524447"/>
                      </a:lnTo>
                      <a:lnTo>
                        <a:pt x="123634" y="524447"/>
                      </a:lnTo>
                      <a:lnTo>
                        <a:pt x="123634" y="563753"/>
                      </a:lnTo>
                      <a:cubicBezTo>
                        <a:pt x="123634" y="593153"/>
                        <a:pt x="216408" y="649351"/>
                        <a:pt x="361823" y="649351"/>
                      </a:cubicBezTo>
                      <a:cubicBezTo>
                        <a:pt x="363919" y="649351"/>
                        <a:pt x="366014" y="649351"/>
                        <a:pt x="368046" y="649351"/>
                      </a:cubicBezTo>
                      <a:cubicBezTo>
                        <a:pt x="370078" y="649351"/>
                        <a:pt x="372110" y="649351"/>
                        <a:pt x="374205" y="649351"/>
                      </a:cubicBezTo>
                      <a:cubicBezTo>
                        <a:pt x="517588" y="649351"/>
                        <a:pt x="609092" y="593153"/>
                        <a:pt x="609092" y="563753"/>
                      </a:cubicBezTo>
                      <a:lnTo>
                        <a:pt x="609092" y="350203"/>
                      </a:lnTo>
                      <a:cubicBezTo>
                        <a:pt x="609092" y="321120"/>
                        <a:pt x="519494" y="265747"/>
                        <a:pt x="378650" y="264668"/>
                      </a:cubicBezTo>
                      <a:cubicBezTo>
                        <a:pt x="377190" y="264604"/>
                        <a:pt x="375666" y="264604"/>
                        <a:pt x="374205" y="264604"/>
                      </a:cubicBezTo>
                      <a:cubicBezTo>
                        <a:pt x="372173" y="264604"/>
                        <a:pt x="370141" y="264604"/>
                        <a:pt x="368173" y="264668"/>
                      </a:cubicBezTo>
                      <a:lnTo>
                        <a:pt x="357314" y="264668"/>
                      </a:lnTo>
                      <a:cubicBezTo>
                        <a:pt x="214439" y="265747"/>
                        <a:pt x="123634" y="321120"/>
                        <a:pt x="123634" y="350203"/>
                      </a:cubicBezTo>
                      <a:lnTo>
                        <a:pt x="123634" y="374078"/>
                      </a:lnTo>
                      <a:lnTo>
                        <a:pt x="0" y="374078"/>
                      </a:lnTo>
                      <a:lnTo>
                        <a:pt x="1016" y="0"/>
                      </a:lnTo>
                      <a:lnTo>
                        <a:pt x="1016" y="0"/>
                      </a:lnTo>
                      <a:cubicBezTo>
                        <a:pt x="71056" y="0"/>
                        <a:pt x="127698" y="56960"/>
                        <a:pt x="127317" y="127000"/>
                      </a:cubicBezTo>
                      <a:lnTo>
                        <a:pt x="127000" y="191897"/>
                      </a:lnTo>
                      <a:cubicBezTo>
                        <a:pt x="191452" y="157480"/>
                        <a:pt x="278194" y="137605"/>
                        <a:pt x="374205" y="137605"/>
                      </a:cubicBezTo>
                      <a:cubicBezTo>
                        <a:pt x="580517" y="137605"/>
                        <a:pt x="736092" y="228981"/>
                        <a:pt x="736092" y="35020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8843331E-B897-34A9-81CD-F4D4AAB88069}"/>
                    </a:ext>
                  </a:extLst>
                </p:cNvPr>
                <p:cNvSpPr/>
                <p:nvPr/>
              </p:nvSpPr>
              <p:spPr>
                <a:xfrm>
                  <a:off x="7657020" y="2968180"/>
                  <a:ext cx="130428" cy="130429"/>
                </a:xfrm>
                <a:custGeom>
                  <a:avLst/>
                  <a:gdLst>
                    <a:gd name="connsiteX0" fmla="*/ 0 w 130428"/>
                    <a:gd name="connsiteY0" fmla="*/ 0 h 130429"/>
                    <a:gd name="connsiteX1" fmla="*/ 130429 w 130428"/>
                    <a:gd name="connsiteY1" fmla="*/ 0 h 130429"/>
                    <a:gd name="connsiteX2" fmla="*/ 0 w 130428"/>
                    <a:gd name="connsiteY2" fmla="*/ 130429 h 130429"/>
                    <a:gd name="connsiteX3" fmla="*/ 0 w 130428"/>
                    <a:gd name="connsiteY3" fmla="*/ 130429 h 130429"/>
                    <a:gd name="connsiteX4" fmla="*/ 0 w 130428"/>
                    <a:gd name="connsiteY4" fmla="*/ 0 h 130429"/>
                    <a:gd name="connsiteX5" fmla="*/ 0 w 130428"/>
                    <a:gd name="connsiteY5" fmla="*/ 0 h 130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0428" h="130429">
                      <a:moveTo>
                        <a:pt x="0" y="0"/>
                      </a:moveTo>
                      <a:lnTo>
                        <a:pt x="130429" y="0"/>
                      </a:lnTo>
                      <a:cubicBezTo>
                        <a:pt x="130429" y="72009"/>
                        <a:pt x="72009" y="130429"/>
                        <a:pt x="0" y="130429"/>
                      </a:cubicBezTo>
                      <a:lnTo>
                        <a:pt x="0" y="130429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10" name="Graphic 8">
              <a:extLst>
                <a:ext uri="{FF2B5EF4-FFF2-40B4-BE49-F238E27FC236}">
                  <a16:creationId xmlns:a16="http://schemas.microsoft.com/office/drawing/2014/main" id="{2238AAEE-EC4A-17FB-B7F9-B7B61043BBC1}"/>
                </a:ext>
              </a:extLst>
            </p:cNvPr>
            <p:cNvGrpSpPr/>
            <p:nvPr/>
          </p:nvGrpSpPr>
          <p:grpSpPr>
            <a:xfrm>
              <a:off x="5972936" y="3997578"/>
              <a:ext cx="1813052" cy="187705"/>
              <a:chOff x="5972936" y="3997578"/>
              <a:chExt cx="1813052" cy="187705"/>
            </a:xfrm>
            <a:solidFill>
              <a:srgbClr val="FFFFFF"/>
            </a:solidFill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F0213EF8-3763-6203-AACE-7507F810FD04}"/>
                  </a:ext>
                </a:extLst>
              </p:cNvPr>
              <p:cNvSpPr/>
              <p:nvPr/>
            </p:nvSpPr>
            <p:spPr>
              <a:xfrm>
                <a:off x="5972936" y="3997578"/>
                <a:ext cx="115189" cy="146811"/>
              </a:xfrm>
              <a:custGeom>
                <a:avLst/>
                <a:gdLst>
                  <a:gd name="connsiteX0" fmla="*/ 0 w 115189"/>
                  <a:gd name="connsiteY0" fmla="*/ 146812 h 146811"/>
                  <a:gd name="connsiteX1" fmla="*/ 0 w 115189"/>
                  <a:gd name="connsiteY1" fmla="*/ 0 h 146811"/>
                  <a:gd name="connsiteX2" fmla="*/ 19431 w 115189"/>
                  <a:gd name="connsiteY2" fmla="*/ 0 h 146811"/>
                  <a:gd name="connsiteX3" fmla="*/ 19431 w 115189"/>
                  <a:gd name="connsiteY3" fmla="*/ 60325 h 146811"/>
                  <a:gd name="connsiteX4" fmla="*/ 95758 w 115189"/>
                  <a:gd name="connsiteY4" fmla="*/ 60325 h 146811"/>
                  <a:gd name="connsiteX5" fmla="*/ 95758 w 115189"/>
                  <a:gd name="connsiteY5" fmla="*/ 0 h 146811"/>
                  <a:gd name="connsiteX6" fmla="*/ 115189 w 115189"/>
                  <a:gd name="connsiteY6" fmla="*/ 0 h 146811"/>
                  <a:gd name="connsiteX7" fmla="*/ 115189 w 115189"/>
                  <a:gd name="connsiteY7" fmla="*/ 146812 h 146811"/>
                  <a:gd name="connsiteX8" fmla="*/ 95758 w 115189"/>
                  <a:gd name="connsiteY8" fmla="*/ 146812 h 146811"/>
                  <a:gd name="connsiteX9" fmla="*/ 95758 w 115189"/>
                  <a:gd name="connsiteY9" fmla="*/ 77597 h 146811"/>
                  <a:gd name="connsiteX10" fmla="*/ 19431 w 115189"/>
                  <a:gd name="connsiteY10" fmla="*/ 77597 h 146811"/>
                  <a:gd name="connsiteX11" fmla="*/ 19431 w 115189"/>
                  <a:gd name="connsiteY11" fmla="*/ 146812 h 146811"/>
                  <a:gd name="connsiteX12" fmla="*/ 0 w 115189"/>
                  <a:gd name="connsiteY12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5189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60325"/>
                    </a:lnTo>
                    <a:lnTo>
                      <a:pt x="95758" y="60325"/>
                    </a:lnTo>
                    <a:lnTo>
                      <a:pt x="95758" y="0"/>
                    </a:lnTo>
                    <a:lnTo>
                      <a:pt x="115189" y="0"/>
                    </a:lnTo>
                    <a:lnTo>
                      <a:pt x="115189" y="146812"/>
                    </a:lnTo>
                    <a:lnTo>
                      <a:pt x="95758" y="146812"/>
                    </a:lnTo>
                    <a:lnTo>
                      <a:pt x="95758" y="77597"/>
                    </a:lnTo>
                    <a:lnTo>
                      <a:pt x="19431" y="77597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E749F479-B0EC-AFA0-9832-F31B3D9BFDC5}"/>
                  </a:ext>
                </a:extLst>
              </p:cNvPr>
              <p:cNvSpPr/>
              <p:nvPr/>
            </p:nvSpPr>
            <p:spPr>
              <a:xfrm>
                <a:off x="6117717" y="4037965"/>
                <a:ext cx="86296" cy="108838"/>
              </a:xfrm>
              <a:custGeom>
                <a:avLst/>
                <a:gdLst>
                  <a:gd name="connsiteX0" fmla="*/ 70167 w 86296"/>
                  <a:gd name="connsiteY0" fmla="*/ 106426 h 108838"/>
                  <a:gd name="connsiteX1" fmla="*/ 70167 w 86296"/>
                  <a:gd name="connsiteY1" fmla="*/ 90805 h 108838"/>
                  <a:gd name="connsiteX2" fmla="*/ 36385 w 86296"/>
                  <a:gd name="connsiteY2" fmla="*/ 108839 h 108838"/>
                  <a:gd name="connsiteX3" fmla="*/ 18796 w 86296"/>
                  <a:gd name="connsiteY3" fmla="*/ 105219 h 108838"/>
                  <a:gd name="connsiteX4" fmla="*/ 6667 w 86296"/>
                  <a:gd name="connsiteY4" fmla="*/ 96139 h 108838"/>
                  <a:gd name="connsiteX5" fmla="*/ 1079 w 86296"/>
                  <a:gd name="connsiteY5" fmla="*/ 82740 h 108838"/>
                  <a:gd name="connsiteX6" fmla="*/ 0 w 86296"/>
                  <a:gd name="connsiteY6" fmla="*/ 65913 h 108838"/>
                  <a:gd name="connsiteX7" fmla="*/ 0 w 86296"/>
                  <a:gd name="connsiteY7" fmla="*/ 0 h 108838"/>
                  <a:gd name="connsiteX8" fmla="*/ 18034 w 86296"/>
                  <a:gd name="connsiteY8" fmla="*/ 0 h 108838"/>
                  <a:gd name="connsiteX9" fmla="*/ 18034 w 86296"/>
                  <a:gd name="connsiteY9" fmla="*/ 58991 h 108838"/>
                  <a:gd name="connsiteX10" fmla="*/ 19113 w 86296"/>
                  <a:gd name="connsiteY10" fmla="*/ 78041 h 108838"/>
                  <a:gd name="connsiteX11" fmla="*/ 26352 w 86296"/>
                  <a:gd name="connsiteY11" fmla="*/ 89217 h 108838"/>
                  <a:gd name="connsiteX12" fmla="*/ 39941 w 86296"/>
                  <a:gd name="connsiteY12" fmla="*/ 93282 h 108838"/>
                  <a:gd name="connsiteX13" fmla="*/ 55181 w 86296"/>
                  <a:gd name="connsiteY13" fmla="*/ 89090 h 108838"/>
                  <a:gd name="connsiteX14" fmla="*/ 65278 w 86296"/>
                  <a:gd name="connsiteY14" fmla="*/ 77788 h 108838"/>
                  <a:gd name="connsiteX15" fmla="*/ 68263 w 86296"/>
                  <a:gd name="connsiteY15" fmla="*/ 57023 h 108838"/>
                  <a:gd name="connsiteX16" fmla="*/ 68263 w 86296"/>
                  <a:gd name="connsiteY16" fmla="*/ 0 h 108838"/>
                  <a:gd name="connsiteX17" fmla="*/ 86296 w 86296"/>
                  <a:gd name="connsiteY17" fmla="*/ 0 h 108838"/>
                  <a:gd name="connsiteX18" fmla="*/ 86296 w 86296"/>
                  <a:gd name="connsiteY18" fmla="*/ 106363 h 108838"/>
                  <a:gd name="connsiteX19" fmla="*/ 70167 w 86296"/>
                  <a:gd name="connsiteY19" fmla="*/ 106363 h 10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6296" h="108838">
                    <a:moveTo>
                      <a:pt x="70167" y="106426"/>
                    </a:moveTo>
                    <a:lnTo>
                      <a:pt x="70167" y="90805"/>
                    </a:lnTo>
                    <a:cubicBezTo>
                      <a:pt x="61913" y="102807"/>
                      <a:pt x="50610" y="108839"/>
                      <a:pt x="36385" y="108839"/>
                    </a:cubicBezTo>
                    <a:cubicBezTo>
                      <a:pt x="30099" y="108839"/>
                      <a:pt x="24257" y="107632"/>
                      <a:pt x="18796" y="105219"/>
                    </a:cubicBezTo>
                    <a:cubicBezTo>
                      <a:pt x="13335" y="102807"/>
                      <a:pt x="9335" y="99822"/>
                      <a:pt x="6667" y="96139"/>
                    </a:cubicBezTo>
                    <a:cubicBezTo>
                      <a:pt x="4000" y="92519"/>
                      <a:pt x="2159" y="88011"/>
                      <a:pt x="1079" y="82740"/>
                    </a:cubicBezTo>
                    <a:cubicBezTo>
                      <a:pt x="317" y="79184"/>
                      <a:pt x="0" y="73596"/>
                      <a:pt x="0" y="65913"/>
                    </a:cubicBezTo>
                    <a:lnTo>
                      <a:pt x="0" y="0"/>
                    </a:lnTo>
                    <a:lnTo>
                      <a:pt x="18034" y="0"/>
                    </a:lnTo>
                    <a:lnTo>
                      <a:pt x="18034" y="58991"/>
                    </a:lnTo>
                    <a:cubicBezTo>
                      <a:pt x="18034" y="68389"/>
                      <a:pt x="18415" y="74739"/>
                      <a:pt x="19113" y="78041"/>
                    </a:cubicBezTo>
                    <a:cubicBezTo>
                      <a:pt x="20256" y="82804"/>
                      <a:pt x="22669" y="86487"/>
                      <a:pt x="26352" y="89217"/>
                    </a:cubicBezTo>
                    <a:cubicBezTo>
                      <a:pt x="30035" y="91948"/>
                      <a:pt x="34544" y="93282"/>
                      <a:pt x="39941" y="93282"/>
                    </a:cubicBezTo>
                    <a:cubicBezTo>
                      <a:pt x="45339" y="93282"/>
                      <a:pt x="50419" y="91884"/>
                      <a:pt x="55181" y="89090"/>
                    </a:cubicBezTo>
                    <a:cubicBezTo>
                      <a:pt x="59944" y="86296"/>
                      <a:pt x="63246" y="82550"/>
                      <a:pt x="65278" y="77788"/>
                    </a:cubicBezTo>
                    <a:cubicBezTo>
                      <a:pt x="67246" y="73025"/>
                      <a:pt x="68263" y="66103"/>
                      <a:pt x="68263" y="57023"/>
                    </a:cubicBezTo>
                    <a:lnTo>
                      <a:pt x="68263" y="0"/>
                    </a:lnTo>
                    <a:lnTo>
                      <a:pt x="86296" y="0"/>
                    </a:lnTo>
                    <a:lnTo>
                      <a:pt x="86296" y="106363"/>
                    </a:lnTo>
                    <a:lnTo>
                      <a:pt x="70167" y="106363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7231FC66-C42A-AF9E-6150-898C5F1F49B1}"/>
                  </a:ext>
                </a:extLst>
              </p:cNvPr>
              <p:cNvSpPr/>
              <p:nvPr/>
            </p:nvSpPr>
            <p:spPr>
              <a:xfrm>
                <a:off x="6232271" y="4035615"/>
                <a:ext cx="144081" cy="108775"/>
              </a:xfrm>
              <a:custGeom>
                <a:avLst/>
                <a:gdLst>
                  <a:gd name="connsiteX0" fmla="*/ 0 w 144081"/>
                  <a:gd name="connsiteY0" fmla="*/ 108775 h 108775"/>
                  <a:gd name="connsiteX1" fmla="*/ 0 w 144081"/>
                  <a:gd name="connsiteY1" fmla="*/ 2413 h 108775"/>
                  <a:gd name="connsiteX2" fmla="*/ 16129 w 144081"/>
                  <a:gd name="connsiteY2" fmla="*/ 2413 h 108775"/>
                  <a:gd name="connsiteX3" fmla="*/ 16129 w 144081"/>
                  <a:gd name="connsiteY3" fmla="*/ 17335 h 108775"/>
                  <a:gd name="connsiteX4" fmla="*/ 29464 w 144081"/>
                  <a:gd name="connsiteY4" fmla="*/ 4763 h 108775"/>
                  <a:gd name="connsiteX5" fmla="*/ 48387 w 144081"/>
                  <a:gd name="connsiteY5" fmla="*/ 0 h 108775"/>
                  <a:gd name="connsiteX6" fmla="*/ 67754 w 144081"/>
                  <a:gd name="connsiteY6" fmla="*/ 4889 h 108775"/>
                  <a:gd name="connsiteX7" fmla="*/ 78422 w 144081"/>
                  <a:gd name="connsiteY7" fmla="*/ 18605 h 108775"/>
                  <a:gd name="connsiteX8" fmla="*/ 111252 w 144081"/>
                  <a:gd name="connsiteY8" fmla="*/ 0 h 108775"/>
                  <a:gd name="connsiteX9" fmla="*/ 135572 w 144081"/>
                  <a:gd name="connsiteY9" fmla="*/ 8763 h 108775"/>
                  <a:gd name="connsiteX10" fmla="*/ 144082 w 144081"/>
                  <a:gd name="connsiteY10" fmla="*/ 35750 h 108775"/>
                  <a:gd name="connsiteX11" fmla="*/ 144082 w 144081"/>
                  <a:gd name="connsiteY11" fmla="*/ 108775 h 108775"/>
                  <a:gd name="connsiteX12" fmla="*/ 126174 w 144081"/>
                  <a:gd name="connsiteY12" fmla="*/ 108775 h 108775"/>
                  <a:gd name="connsiteX13" fmla="*/ 126174 w 144081"/>
                  <a:gd name="connsiteY13" fmla="*/ 41783 h 108775"/>
                  <a:gd name="connsiteX14" fmla="*/ 124396 w 144081"/>
                  <a:gd name="connsiteY14" fmla="*/ 26225 h 108775"/>
                  <a:gd name="connsiteX15" fmla="*/ 118046 w 144081"/>
                  <a:gd name="connsiteY15" fmla="*/ 18542 h 108775"/>
                  <a:gd name="connsiteX16" fmla="*/ 107251 w 144081"/>
                  <a:gd name="connsiteY16" fmla="*/ 15621 h 108775"/>
                  <a:gd name="connsiteX17" fmla="*/ 88646 w 144081"/>
                  <a:gd name="connsiteY17" fmla="*/ 23114 h 108775"/>
                  <a:gd name="connsiteX18" fmla="*/ 81216 w 144081"/>
                  <a:gd name="connsiteY18" fmla="*/ 46990 h 108775"/>
                  <a:gd name="connsiteX19" fmla="*/ 81216 w 144081"/>
                  <a:gd name="connsiteY19" fmla="*/ 108775 h 108775"/>
                  <a:gd name="connsiteX20" fmla="*/ 63182 w 144081"/>
                  <a:gd name="connsiteY20" fmla="*/ 108775 h 108775"/>
                  <a:gd name="connsiteX21" fmla="*/ 63182 w 144081"/>
                  <a:gd name="connsiteY21" fmla="*/ 39688 h 108775"/>
                  <a:gd name="connsiteX22" fmla="*/ 58801 w 144081"/>
                  <a:gd name="connsiteY22" fmla="*/ 21653 h 108775"/>
                  <a:gd name="connsiteX23" fmla="*/ 44386 w 144081"/>
                  <a:gd name="connsiteY23" fmla="*/ 15621 h 108775"/>
                  <a:gd name="connsiteX24" fmla="*/ 30289 w 144081"/>
                  <a:gd name="connsiteY24" fmla="*/ 19621 h 108775"/>
                  <a:gd name="connsiteX25" fmla="*/ 20955 w 144081"/>
                  <a:gd name="connsiteY25" fmla="*/ 31305 h 108775"/>
                  <a:gd name="connsiteX26" fmla="*/ 18034 w 144081"/>
                  <a:gd name="connsiteY26" fmla="*/ 53530 h 108775"/>
                  <a:gd name="connsiteX27" fmla="*/ 18034 w 144081"/>
                  <a:gd name="connsiteY27" fmla="*/ 108712 h 108775"/>
                  <a:gd name="connsiteX28" fmla="*/ 0 w 144081"/>
                  <a:gd name="connsiteY28" fmla="*/ 108712 h 108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44081" h="108775">
                    <a:moveTo>
                      <a:pt x="0" y="108775"/>
                    </a:moveTo>
                    <a:lnTo>
                      <a:pt x="0" y="2413"/>
                    </a:lnTo>
                    <a:lnTo>
                      <a:pt x="16129" y="2413"/>
                    </a:lnTo>
                    <a:lnTo>
                      <a:pt x="16129" y="17335"/>
                    </a:lnTo>
                    <a:cubicBezTo>
                      <a:pt x="19495" y="12128"/>
                      <a:pt x="23939" y="7938"/>
                      <a:pt x="29464" y="4763"/>
                    </a:cubicBezTo>
                    <a:cubicBezTo>
                      <a:pt x="34988" y="1588"/>
                      <a:pt x="41338" y="0"/>
                      <a:pt x="48387" y="0"/>
                    </a:cubicBezTo>
                    <a:cubicBezTo>
                      <a:pt x="56261" y="0"/>
                      <a:pt x="62738" y="1651"/>
                      <a:pt x="67754" y="4889"/>
                    </a:cubicBezTo>
                    <a:cubicBezTo>
                      <a:pt x="72771" y="8191"/>
                      <a:pt x="76327" y="12763"/>
                      <a:pt x="78422" y="18605"/>
                    </a:cubicBezTo>
                    <a:cubicBezTo>
                      <a:pt x="86804" y="6159"/>
                      <a:pt x="97790" y="0"/>
                      <a:pt x="111252" y="0"/>
                    </a:cubicBezTo>
                    <a:cubicBezTo>
                      <a:pt x="121793" y="0"/>
                      <a:pt x="129921" y="2921"/>
                      <a:pt x="135572" y="8763"/>
                    </a:cubicBezTo>
                    <a:cubicBezTo>
                      <a:pt x="141224" y="14605"/>
                      <a:pt x="144082" y="23622"/>
                      <a:pt x="144082" y="35750"/>
                    </a:cubicBezTo>
                    <a:lnTo>
                      <a:pt x="144082" y="108775"/>
                    </a:lnTo>
                    <a:lnTo>
                      <a:pt x="126174" y="108775"/>
                    </a:lnTo>
                    <a:lnTo>
                      <a:pt x="126174" y="41783"/>
                    </a:lnTo>
                    <a:cubicBezTo>
                      <a:pt x="126174" y="34544"/>
                      <a:pt x="125603" y="29400"/>
                      <a:pt x="124396" y="26225"/>
                    </a:cubicBezTo>
                    <a:cubicBezTo>
                      <a:pt x="123253" y="23050"/>
                      <a:pt x="121095" y="20510"/>
                      <a:pt x="118046" y="18542"/>
                    </a:cubicBezTo>
                    <a:cubicBezTo>
                      <a:pt x="114998" y="16637"/>
                      <a:pt x="111379" y="15621"/>
                      <a:pt x="107251" y="15621"/>
                    </a:cubicBezTo>
                    <a:cubicBezTo>
                      <a:pt x="99758" y="15621"/>
                      <a:pt x="93535" y="18097"/>
                      <a:pt x="88646" y="23114"/>
                    </a:cubicBezTo>
                    <a:cubicBezTo>
                      <a:pt x="83693" y="28067"/>
                      <a:pt x="81216" y="36068"/>
                      <a:pt x="81216" y="46990"/>
                    </a:cubicBezTo>
                    <a:lnTo>
                      <a:pt x="81216" y="108775"/>
                    </a:lnTo>
                    <a:lnTo>
                      <a:pt x="63182" y="108775"/>
                    </a:lnTo>
                    <a:lnTo>
                      <a:pt x="63182" y="39688"/>
                    </a:lnTo>
                    <a:cubicBezTo>
                      <a:pt x="63182" y="31686"/>
                      <a:pt x="61722" y="25654"/>
                      <a:pt x="58801" y="21653"/>
                    </a:cubicBezTo>
                    <a:cubicBezTo>
                      <a:pt x="55880" y="17653"/>
                      <a:pt x="51054" y="15621"/>
                      <a:pt x="44386" y="15621"/>
                    </a:cubicBezTo>
                    <a:cubicBezTo>
                      <a:pt x="39307" y="15621"/>
                      <a:pt x="34607" y="16954"/>
                      <a:pt x="30289" y="19621"/>
                    </a:cubicBezTo>
                    <a:cubicBezTo>
                      <a:pt x="25971" y="22288"/>
                      <a:pt x="22860" y="26225"/>
                      <a:pt x="20955" y="31305"/>
                    </a:cubicBezTo>
                    <a:cubicBezTo>
                      <a:pt x="18986" y="36449"/>
                      <a:pt x="18034" y="43878"/>
                      <a:pt x="18034" y="53530"/>
                    </a:cubicBezTo>
                    <a:lnTo>
                      <a:pt x="18034" y="108712"/>
                    </a:lnTo>
                    <a:lnTo>
                      <a:pt x="0" y="1087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573CD0B4-8A81-BB05-8C48-3E51D28E2238}"/>
                  </a:ext>
                </a:extLst>
              </p:cNvPr>
              <p:cNvSpPr/>
              <p:nvPr/>
            </p:nvSpPr>
            <p:spPr>
              <a:xfrm>
                <a:off x="6397053" y="4035552"/>
                <a:ext cx="97980" cy="111188"/>
              </a:xfrm>
              <a:custGeom>
                <a:avLst/>
                <a:gdLst>
                  <a:gd name="connsiteX0" fmla="*/ 75502 w 97980"/>
                  <a:gd name="connsiteY0" fmla="*/ 95695 h 111188"/>
                  <a:gd name="connsiteX1" fmla="*/ 56198 w 97980"/>
                  <a:gd name="connsiteY1" fmla="*/ 107696 h 111188"/>
                  <a:gd name="connsiteX2" fmla="*/ 36322 w 97980"/>
                  <a:gd name="connsiteY2" fmla="*/ 111189 h 111188"/>
                  <a:gd name="connsiteX3" fmla="*/ 9398 w 97980"/>
                  <a:gd name="connsiteY3" fmla="*/ 102616 h 111188"/>
                  <a:gd name="connsiteX4" fmla="*/ 0 w 97980"/>
                  <a:gd name="connsiteY4" fmla="*/ 80708 h 111188"/>
                  <a:gd name="connsiteX5" fmla="*/ 3556 w 97980"/>
                  <a:gd name="connsiteY5" fmla="*/ 66421 h 111188"/>
                  <a:gd name="connsiteX6" fmla="*/ 12891 w 97980"/>
                  <a:gd name="connsiteY6" fmla="*/ 56070 h 111188"/>
                  <a:gd name="connsiteX7" fmla="*/ 25845 w 97980"/>
                  <a:gd name="connsiteY7" fmla="*/ 50165 h 111188"/>
                  <a:gd name="connsiteX8" fmla="*/ 41847 w 97980"/>
                  <a:gd name="connsiteY8" fmla="*/ 47498 h 111188"/>
                  <a:gd name="connsiteX9" fmla="*/ 73978 w 97980"/>
                  <a:gd name="connsiteY9" fmla="*/ 41275 h 111188"/>
                  <a:gd name="connsiteX10" fmla="*/ 74105 w 97980"/>
                  <a:gd name="connsiteY10" fmla="*/ 36576 h 111188"/>
                  <a:gd name="connsiteX11" fmla="*/ 69025 w 97980"/>
                  <a:gd name="connsiteY11" fmla="*/ 21082 h 111188"/>
                  <a:gd name="connsiteX12" fmla="*/ 48514 w 97980"/>
                  <a:gd name="connsiteY12" fmla="*/ 14986 h 111188"/>
                  <a:gd name="connsiteX13" fmla="*/ 29718 w 97980"/>
                  <a:gd name="connsiteY13" fmla="*/ 19431 h 111188"/>
                  <a:gd name="connsiteX14" fmla="*/ 20765 w 97980"/>
                  <a:gd name="connsiteY14" fmla="*/ 35179 h 111188"/>
                  <a:gd name="connsiteX15" fmla="*/ 3112 w 97980"/>
                  <a:gd name="connsiteY15" fmla="*/ 32766 h 111188"/>
                  <a:gd name="connsiteX16" fmla="*/ 11049 w 97980"/>
                  <a:gd name="connsiteY16" fmla="*/ 14478 h 111188"/>
                  <a:gd name="connsiteX17" fmla="*/ 26988 w 97980"/>
                  <a:gd name="connsiteY17" fmla="*/ 3746 h 111188"/>
                  <a:gd name="connsiteX18" fmla="*/ 51118 w 97980"/>
                  <a:gd name="connsiteY18" fmla="*/ 0 h 111188"/>
                  <a:gd name="connsiteX19" fmla="*/ 73279 w 97980"/>
                  <a:gd name="connsiteY19" fmla="*/ 3175 h 111188"/>
                  <a:gd name="connsiteX20" fmla="*/ 85789 w 97980"/>
                  <a:gd name="connsiteY20" fmla="*/ 11239 h 111188"/>
                  <a:gd name="connsiteX21" fmla="*/ 91377 w 97980"/>
                  <a:gd name="connsiteY21" fmla="*/ 23495 h 111188"/>
                  <a:gd name="connsiteX22" fmla="*/ 92266 w 97980"/>
                  <a:gd name="connsiteY22" fmla="*/ 40132 h 111188"/>
                  <a:gd name="connsiteX23" fmla="*/ 92266 w 97980"/>
                  <a:gd name="connsiteY23" fmla="*/ 64198 h 111188"/>
                  <a:gd name="connsiteX24" fmla="*/ 93409 w 97980"/>
                  <a:gd name="connsiteY24" fmla="*/ 96012 h 111188"/>
                  <a:gd name="connsiteX25" fmla="*/ 97981 w 97980"/>
                  <a:gd name="connsiteY25" fmla="*/ 108776 h 111188"/>
                  <a:gd name="connsiteX26" fmla="*/ 79121 w 97980"/>
                  <a:gd name="connsiteY26" fmla="*/ 108776 h 111188"/>
                  <a:gd name="connsiteX27" fmla="*/ 75502 w 97980"/>
                  <a:gd name="connsiteY27" fmla="*/ 95631 h 111188"/>
                  <a:gd name="connsiteX28" fmla="*/ 73978 w 97980"/>
                  <a:gd name="connsiteY28" fmla="*/ 55435 h 111188"/>
                  <a:gd name="connsiteX29" fmla="*/ 44514 w 97980"/>
                  <a:gd name="connsiteY29" fmla="*/ 62230 h 111188"/>
                  <a:gd name="connsiteX30" fmla="*/ 28766 w 97980"/>
                  <a:gd name="connsiteY30" fmla="*/ 65849 h 111188"/>
                  <a:gd name="connsiteX31" fmla="*/ 21654 w 97980"/>
                  <a:gd name="connsiteY31" fmla="*/ 71691 h 111188"/>
                  <a:gd name="connsiteX32" fmla="*/ 19177 w 97980"/>
                  <a:gd name="connsiteY32" fmla="*/ 80264 h 111188"/>
                  <a:gd name="connsiteX33" fmla="*/ 24638 w 97980"/>
                  <a:gd name="connsiteY33" fmla="*/ 92265 h 111188"/>
                  <a:gd name="connsiteX34" fmla="*/ 40640 w 97980"/>
                  <a:gd name="connsiteY34" fmla="*/ 97091 h 111188"/>
                  <a:gd name="connsiteX35" fmla="*/ 59182 w 97980"/>
                  <a:gd name="connsiteY35" fmla="*/ 92520 h 111188"/>
                  <a:gd name="connsiteX36" fmla="*/ 71120 w 97980"/>
                  <a:gd name="connsiteY36" fmla="*/ 80073 h 111188"/>
                  <a:gd name="connsiteX37" fmla="*/ 74041 w 97980"/>
                  <a:gd name="connsiteY37" fmla="*/ 62039 h 111188"/>
                  <a:gd name="connsiteX38" fmla="*/ 74041 w 97980"/>
                  <a:gd name="connsiteY38" fmla="*/ 55435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980" h="111188">
                    <a:moveTo>
                      <a:pt x="75502" y="95695"/>
                    </a:moveTo>
                    <a:cubicBezTo>
                      <a:pt x="68834" y="101346"/>
                      <a:pt x="62421" y="105346"/>
                      <a:pt x="56198" y="107696"/>
                    </a:cubicBezTo>
                    <a:cubicBezTo>
                      <a:pt x="50038" y="110045"/>
                      <a:pt x="43371" y="111189"/>
                      <a:pt x="36322" y="111189"/>
                    </a:cubicBezTo>
                    <a:cubicBezTo>
                      <a:pt x="24638" y="111189"/>
                      <a:pt x="15685" y="108331"/>
                      <a:pt x="9398" y="102616"/>
                    </a:cubicBezTo>
                    <a:cubicBezTo>
                      <a:pt x="3112" y="96901"/>
                      <a:pt x="0" y="89598"/>
                      <a:pt x="0" y="80708"/>
                    </a:cubicBezTo>
                    <a:cubicBezTo>
                      <a:pt x="0" y="75501"/>
                      <a:pt x="1207" y="70739"/>
                      <a:pt x="3556" y="66421"/>
                    </a:cubicBezTo>
                    <a:cubicBezTo>
                      <a:pt x="5906" y="62103"/>
                      <a:pt x="9017" y="58674"/>
                      <a:pt x="12891" y="56070"/>
                    </a:cubicBezTo>
                    <a:cubicBezTo>
                      <a:pt x="16701" y="53467"/>
                      <a:pt x="21082" y="51498"/>
                      <a:pt x="25845" y="50165"/>
                    </a:cubicBezTo>
                    <a:cubicBezTo>
                      <a:pt x="29401" y="49213"/>
                      <a:pt x="34735" y="48323"/>
                      <a:pt x="41847" y="47498"/>
                    </a:cubicBezTo>
                    <a:cubicBezTo>
                      <a:pt x="56388" y="45783"/>
                      <a:pt x="67120" y="43688"/>
                      <a:pt x="73978" y="41275"/>
                    </a:cubicBezTo>
                    <a:cubicBezTo>
                      <a:pt x="74041" y="38798"/>
                      <a:pt x="74105" y="37211"/>
                      <a:pt x="74105" y="36576"/>
                    </a:cubicBezTo>
                    <a:cubicBezTo>
                      <a:pt x="74105" y="29210"/>
                      <a:pt x="72390" y="24066"/>
                      <a:pt x="69025" y="21082"/>
                    </a:cubicBezTo>
                    <a:cubicBezTo>
                      <a:pt x="64389" y="17018"/>
                      <a:pt x="57595" y="14986"/>
                      <a:pt x="48514" y="14986"/>
                    </a:cubicBezTo>
                    <a:cubicBezTo>
                      <a:pt x="40005" y="14986"/>
                      <a:pt x="33782" y="16446"/>
                      <a:pt x="29718" y="19431"/>
                    </a:cubicBezTo>
                    <a:cubicBezTo>
                      <a:pt x="25654" y="22415"/>
                      <a:pt x="22670" y="27686"/>
                      <a:pt x="20765" y="35179"/>
                    </a:cubicBezTo>
                    <a:lnTo>
                      <a:pt x="3112" y="32766"/>
                    </a:lnTo>
                    <a:cubicBezTo>
                      <a:pt x="4699" y="25209"/>
                      <a:pt x="7366" y="19114"/>
                      <a:pt x="11049" y="14478"/>
                    </a:cubicBezTo>
                    <a:cubicBezTo>
                      <a:pt x="14732" y="9842"/>
                      <a:pt x="20003" y="6286"/>
                      <a:pt x="26988" y="3746"/>
                    </a:cubicBezTo>
                    <a:cubicBezTo>
                      <a:pt x="33909" y="1207"/>
                      <a:pt x="41974" y="0"/>
                      <a:pt x="51118" y="0"/>
                    </a:cubicBezTo>
                    <a:cubicBezTo>
                      <a:pt x="60262" y="0"/>
                      <a:pt x="67564" y="1079"/>
                      <a:pt x="73279" y="3175"/>
                    </a:cubicBezTo>
                    <a:cubicBezTo>
                      <a:pt x="78931" y="5334"/>
                      <a:pt x="83122" y="8001"/>
                      <a:pt x="85789" y="11239"/>
                    </a:cubicBezTo>
                    <a:cubicBezTo>
                      <a:pt x="88456" y="14478"/>
                      <a:pt x="90361" y="18605"/>
                      <a:pt x="91377" y="23495"/>
                    </a:cubicBezTo>
                    <a:cubicBezTo>
                      <a:pt x="91948" y="26543"/>
                      <a:pt x="92266" y="32131"/>
                      <a:pt x="92266" y="40132"/>
                    </a:cubicBezTo>
                    <a:lnTo>
                      <a:pt x="92266" y="64198"/>
                    </a:lnTo>
                    <a:cubicBezTo>
                      <a:pt x="92266" y="80963"/>
                      <a:pt x="92647" y="91567"/>
                      <a:pt x="93409" y="96012"/>
                    </a:cubicBezTo>
                    <a:cubicBezTo>
                      <a:pt x="94171" y="100457"/>
                      <a:pt x="95695" y="104711"/>
                      <a:pt x="97981" y="108776"/>
                    </a:cubicBezTo>
                    <a:lnTo>
                      <a:pt x="79121" y="108776"/>
                    </a:lnTo>
                    <a:cubicBezTo>
                      <a:pt x="77280" y="105029"/>
                      <a:pt x="76073" y="100647"/>
                      <a:pt x="75502" y="95631"/>
                    </a:cubicBezTo>
                    <a:close/>
                    <a:moveTo>
                      <a:pt x="73978" y="55435"/>
                    </a:moveTo>
                    <a:cubicBezTo>
                      <a:pt x="67437" y="58102"/>
                      <a:pt x="57595" y="60389"/>
                      <a:pt x="44514" y="62230"/>
                    </a:cubicBezTo>
                    <a:cubicBezTo>
                      <a:pt x="37084" y="63309"/>
                      <a:pt x="31877" y="64516"/>
                      <a:pt x="28766" y="65849"/>
                    </a:cubicBezTo>
                    <a:cubicBezTo>
                      <a:pt x="25718" y="67183"/>
                      <a:pt x="23305" y="69151"/>
                      <a:pt x="21654" y="71691"/>
                    </a:cubicBezTo>
                    <a:cubicBezTo>
                      <a:pt x="20003" y="74232"/>
                      <a:pt x="19177" y="77089"/>
                      <a:pt x="19177" y="80264"/>
                    </a:cubicBezTo>
                    <a:cubicBezTo>
                      <a:pt x="19177" y="85090"/>
                      <a:pt x="21018" y="89090"/>
                      <a:pt x="24638" y="92265"/>
                    </a:cubicBezTo>
                    <a:cubicBezTo>
                      <a:pt x="28258" y="95440"/>
                      <a:pt x="33592" y="97091"/>
                      <a:pt x="40640" y="97091"/>
                    </a:cubicBezTo>
                    <a:cubicBezTo>
                      <a:pt x="47689" y="97091"/>
                      <a:pt x="53785" y="95567"/>
                      <a:pt x="59182" y="92520"/>
                    </a:cubicBezTo>
                    <a:cubicBezTo>
                      <a:pt x="64580" y="89471"/>
                      <a:pt x="68580" y="85344"/>
                      <a:pt x="71120" y="80073"/>
                    </a:cubicBezTo>
                    <a:cubicBezTo>
                      <a:pt x="73089" y="76009"/>
                      <a:pt x="74041" y="69977"/>
                      <a:pt x="74041" y="62039"/>
                    </a:cubicBezTo>
                    <a:lnTo>
                      <a:pt x="74041" y="5543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E0172A90-47C6-D204-A7FC-C652B532D4A2}"/>
                  </a:ext>
                </a:extLst>
              </p:cNvPr>
              <p:cNvSpPr/>
              <p:nvPr/>
            </p:nvSpPr>
            <p:spPr>
              <a:xfrm>
                <a:off x="6517195" y="4035615"/>
                <a:ext cx="86486" cy="108838"/>
              </a:xfrm>
              <a:custGeom>
                <a:avLst/>
                <a:gdLst>
                  <a:gd name="connsiteX0" fmla="*/ 64 w 86486"/>
                  <a:gd name="connsiteY0" fmla="*/ 108775 h 108838"/>
                  <a:gd name="connsiteX1" fmla="*/ 64 w 86486"/>
                  <a:gd name="connsiteY1" fmla="*/ 2413 h 108838"/>
                  <a:gd name="connsiteX2" fmla="*/ 16320 w 86486"/>
                  <a:gd name="connsiteY2" fmla="*/ 2413 h 108838"/>
                  <a:gd name="connsiteX3" fmla="*/ 16320 w 86486"/>
                  <a:gd name="connsiteY3" fmla="*/ 17526 h 108838"/>
                  <a:gd name="connsiteX4" fmla="*/ 50165 w 86486"/>
                  <a:gd name="connsiteY4" fmla="*/ 0 h 108838"/>
                  <a:gd name="connsiteX5" fmla="*/ 67818 w 86486"/>
                  <a:gd name="connsiteY5" fmla="*/ 3429 h 108838"/>
                  <a:gd name="connsiteX6" fmla="*/ 79883 w 86486"/>
                  <a:gd name="connsiteY6" fmla="*/ 12509 h 108838"/>
                  <a:gd name="connsiteX7" fmla="*/ 85471 w 86486"/>
                  <a:gd name="connsiteY7" fmla="*/ 25844 h 108838"/>
                  <a:gd name="connsiteX8" fmla="*/ 86487 w 86486"/>
                  <a:gd name="connsiteY8" fmla="*/ 43370 h 108838"/>
                  <a:gd name="connsiteX9" fmla="*/ 86487 w 86486"/>
                  <a:gd name="connsiteY9" fmla="*/ 108775 h 108838"/>
                  <a:gd name="connsiteX10" fmla="*/ 68453 w 86486"/>
                  <a:gd name="connsiteY10" fmla="*/ 108775 h 108838"/>
                  <a:gd name="connsiteX11" fmla="*/ 68453 w 86486"/>
                  <a:gd name="connsiteY11" fmla="*/ 44069 h 108838"/>
                  <a:gd name="connsiteX12" fmla="*/ 66358 w 86486"/>
                  <a:gd name="connsiteY12" fmla="*/ 27622 h 108838"/>
                  <a:gd name="connsiteX13" fmla="*/ 58864 w 86486"/>
                  <a:gd name="connsiteY13" fmla="*/ 18923 h 108838"/>
                  <a:gd name="connsiteX14" fmla="*/ 46291 w 86486"/>
                  <a:gd name="connsiteY14" fmla="*/ 15684 h 108838"/>
                  <a:gd name="connsiteX15" fmla="*/ 26416 w 86486"/>
                  <a:gd name="connsiteY15" fmla="*/ 22987 h 108838"/>
                  <a:gd name="connsiteX16" fmla="*/ 18034 w 86486"/>
                  <a:gd name="connsiteY16" fmla="*/ 50736 h 108838"/>
                  <a:gd name="connsiteX17" fmla="*/ 18034 w 86486"/>
                  <a:gd name="connsiteY17" fmla="*/ 108839 h 108838"/>
                  <a:gd name="connsiteX18" fmla="*/ 0 w 86486"/>
                  <a:gd name="connsiteY18" fmla="*/ 108839 h 10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6486" h="108838">
                    <a:moveTo>
                      <a:pt x="64" y="108775"/>
                    </a:moveTo>
                    <a:lnTo>
                      <a:pt x="64" y="2413"/>
                    </a:lnTo>
                    <a:lnTo>
                      <a:pt x="16320" y="2413"/>
                    </a:lnTo>
                    <a:lnTo>
                      <a:pt x="16320" y="17526"/>
                    </a:lnTo>
                    <a:cubicBezTo>
                      <a:pt x="24130" y="5842"/>
                      <a:pt x="35433" y="0"/>
                      <a:pt x="50165" y="0"/>
                    </a:cubicBezTo>
                    <a:cubicBezTo>
                      <a:pt x="56578" y="0"/>
                      <a:pt x="62484" y="1143"/>
                      <a:pt x="67818" y="3429"/>
                    </a:cubicBezTo>
                    <a:cubicBezTo>
                      <a:pt x="73215" y="5715"/>
                      <a:pt x="77216" y="8763"/>
                      <a:pt x="79883" y="12509"/>
                    </a:cubicBezTo>
                    <a:cubicBezTo>
                      <a:pt x="82550" y="16256"/>
                      <a:pt x="84455" y="20701"/>
                      <a:pt x="85471" y="25844"/>
                    </a:cubicBezTo>
                    <a:cubicBezTo>
                      <a:pt x="86170" y="29210"/>
                      <a:pt x="86487" y="35052"/>
                      <a:pt x="86487" y="43370"/>
                    </a:cubicBezTo>
                    <a:lnTo>
                      <a:pt x="86487" y="108775"/>
                    </a:lnTo>
                    <a:lnTo>
                      <a:pt x="68453" y="108775"/>
                    </a:lnTo>
                    <a:lnTo>
                      <a:pt x="68453" y="44069"/>
                    </a:lnTo>
                    <a:cubicBezTo>
                      <a:pt x="68453" y="36703"/>
                      <a:pt x="67754" y="31242"/>
                      <a:pt x="66358" y="27622"/>
                    </a:cubicBezTo>
                    <a:cubicBezTo>
                      <a:pt x="64960" y="24003"/>
                      <a:pt x="62484" y="21082"/>
                      <a:pt x="58864" y="18923"/>
                    </a:cubicBezTo>
                    <a:cubicBezTo>
                      <a:pt x="55308" y="16764"/>
                      <a:pt x="51117" y="15684"/>
                      <a:pt x="46291" y="15684"/>
                    </a:cubicBezTo>
                    <a:cubicBezTo>
                      <a:pt x="38608" y="15684"/>
                      <a:pt x="32004" y="18097"/>
                      <a:pt x="26416" y="22987"/>
                    </a:cubicBezTo>
                    <a:cubicBezTo>
                      <a:pt x="20828" y="27876"/>
                      <a:pt x="18034" y="37084"/>
                      <a:pt x="18034" y="50736"/>
                    </a:cubicBezTo>
                    <a:lnTo>
                      <a:pt x="18034" y="108839"/>
                    </a:lnTo>
                    <a:lnTo>
                      <a:pt x="0" y="108839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CB819D9F-0BEF-72CA-DFB7-C98A17A1A920}"/>
                  </a:ext>
                </a:extLst>
              </p:cNvPr>
              <p:cNvSpPr/>
              <p:nvPr/>
            </p:nvSpPr>
            <p:spPr>
              <a:xfrm>
                <a:off x="6685724" y="4047109"/>
                <a:ext cx="50863" cy="50800"/>
              </a:xfrm>
              <a:custGeom>
                <a:avLst/>
                <a:gdLst>
                  <a:gd name="connsiteX0" fmla="*/ 0 w 50863"/>
                  <a:gd name="connsiteY0" fmla="*/ 25336 h 50800"/>
                  <a:gd name="connsiteX1" fmla="*/ 7493 w 50863"/>
                  <a:gd name="connsiteY1" fmla="*/ 7429 h 50800"/>
                  <a:gd name="connsiteX2" fmla="*/ 25400 w 50863"/>
                  <a:gd name="connsiteY2" fmla="*/ 0 h 50800"/>
                  <a:gd name="connsiteX3" fmla="*/ 43371 w 50863"/>
                  <a:gd name="connsiteY3" fmla="*/ 7429 h 50800"/>
                  <a:gd name="connsiteX4" fmla="*/ 50864 w 50863"/>
                  <a:gd name="connsiteY4" fmla="*/ 25336 h 50800"/>
                  <a:gd name="connsiteX5" fmla="*/ 43371 w 50863"/>
                  <a:gd name="connsiteY5" fmla="*/ 43307 h 50800"/>
                  <a:gd name="connsiteX6" fmla="*/ 25400 w 50863"/>
                  <a:gd name="connsiteY6" fmla="*/ 50800 h 50800"/>
                  <a:gd name="connsiteX7" fmla="*/ 7493 w 50863"/>
                  <a:gd name="connsiteY7" fmla="*/ 43307 h 50800"/>
                  <a:gd name="connsiteX8" fmla="*/ 0 w 50863"/>
                  <a:gd name="connsiteY8" fmla="*/ 25336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63" h="50800">
                    <a:moveTo>
                      <a:pt x="0" y="25336"/>
                    </a:moveTo>
                    <a:cubicBezTo>
                      <a:pt x="0" y="18351"/>
                      <a:pt x="2477" y="12382"/>
                      <a:pt x="7493" y="7429"/>
                    </a:cubicBezTo>
                    <a:cubicBezTo>
                      <a:pt x="12446" y="2476"/>
                      <a:pt x="18415" y="0"/>
                      <a:pt x="25400" y="0"/>
                    </a:cubicBezTo>
                    <a:cubicBezTo>
                      <a:pt x="32385" y="0"/>
                      <a:pt x="38417" y="2476"/>
                      <a:pt x="43371" y="7429"/>
                    </a:cubicBezTo>
                    <a:cubicBezTo>
                      <a:pt x="48323" y="12382"/>
                      <a:pt x="50864" y="18351"/>
                      <a:pt x="50864" y="25336"/>
                    </a:cubicBezTo>
                    <a:cubicBezTo>
                      <a:pt x="50864" y="32321"/>
                      <a:pt x="48387" y="38354"/>
                      <a:pt x="43371" y="43307"/>
                    </a:cubicBezTo>
                    <a:cubicBezTo>
                      <a:pt x="38354" y="48260"/>
                      <a:pt x="32385" y="50800"/>
                      <a:pt x="25400" y="50800"/>
                    </a:cubicBezTo>
                    <a:cubicBezTo>
                      <a:pt x="18415" y="50800"/>
                      <a:pt x="12510" y="48323"/>
                      <a:pt x="7493" y="43307"/>
                    </a:cubicBezTo>
                    <a:cubicBezTo>
                      <a:pt x="2540" y="38354"/>
                      <a:pt x="0" y="32321"/>
                      <a:pt x="0" y="253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836894C-8D13-F858-4EFE-AB4D0C609C15}"/>
                  </a:ext>
                </a:extLst>
              </p:cNvPr>
              <p:cNvSpPr/>
              <p:nvPr/>
            </p:nvSpPr>
            <p:spPr>
              <a:xfrm>
                <a:off x="6791896" y="3997578"/>
                <a:ext cx="137477" cy="146811"/>
              </a:xfrm>
              <a:custGeom>
                <a:avLst/>
                <a:gdLst>
                  <a:gd name="connsiteX0" fmla="*/ 63 w 137477"/>
                  <a:gd name="connsiteY0" fmla="*/ 146812 h 146811"/>
                  <a:gd name="connsiteX1" fmla="*/ 56451 w 137477"/>
                  <a:gd name="connsiteY1" fmla="*/ 0 h 146811"/>
                  <a:gd name="connsiteX2" fmla="*/ 77407 w 137477"/>
                  <a:gd name="connsiteY2" fmla="*/ 0 h 146811"/>
                  <a:gd name="connsiteX3" fmla="*/ 137477 w 137477"/>
                  <a:gd name="connsiteY3" fmla="*/ 146812 h 146811"/>
                  <a:gd name="connsiteX4" fmla="*/ 115316 w 137477"/>
                  <a:gd name="connsiteY4" fmla="*/ 146812 h 146811"/>
                  <a:gd name="connsiteX5" fmla="*/ 98171 w 137477"/>
                  <a:gd name="connsiteY5" fmla="*/ 102362 h 146811"/>
                  <a:gd name="connsiteX6" fmla="*/ 36766 w 137477"/>
                  <a:gd name="connsiteY6" fmla="*/ 102362 h 146811"/>
                  <a:gd name="connsiteX7" fmla="*/ 20638 w 137477"/>
                  <a:gd name="connsiteY7" fmla="*/ 146812 h 146811"/>
                  <a:gd name="connsiteX8" fmla="*/ 0 w 137477"/>
                  <a:gd name="connsiteY8" fmla="*/ 146812 h 146811"/>
                  <a:gd name="connsiteX9" fmla="*/ 42482 w 137477"/>
                  <a:gd name="connsiteY9" fmla="*/ 86487 h 146811"/>
                  <a:gd name="connsiteX10" fmla="*/ 92265 w 137477"/>
                  <a:gd name="connsiteY10" fmla="*/ 86487 h 146811"/>
                  <a:gd name="connsiteX11" fmla="*/ 76962 w 137477"/>
                  <a:gd name="connsiteY11" fmla="*/ 45847 h 146811"/>
                  <a:gd name="connsiteX12" fmla="*/ 66548 w 137477"/>
                  <a:gd name="connsiteY12" fmla="*/ 15367 h 146811"/>
                  <a:gd name="connsiteX13" fmla="*/ 58610 w 137477"/>
                  <a:gd name="connsiteY13" fmla="*/ 43434 h 146811"/>
                  <a:gd name="connsiteX14" fmla="*/ 42482 w 137477"/>
                  <a:gd name="connsiteY14" fmla="*/ 86487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37477" h="146811">
                    <a:moveTo>
                      <a:pt x="63" y="146812"/>
                    </a:moveTo>
                    <a:lnTo>
                      <a:pt x="56451" y="0"/>
                    </a:lnTo>
                    <a:lnTo>
                      <a:pt x="77407" y="0"/>
                    </a:lnTo>
                    <a:lnTo>
                      <a:pt x="137477" y="146812"/>
                    </a:lnTo>
                    <a:lnTo>
                      <a:pt x="115316" y="146812"/>
                    </a:lnTo>
                    <a:lnTo>
                      <a:pt x="98171" y="102362"/>
                    </a:lnTo>
                    <a:lnTo>
                      <a:pt x="36766" y="102362"/>
                    </a:lnTo>
                    <a:lnTo>
                      <a:pt x="20638" y="146812"/>
                    </a:lnTo>
                    <a:lnTo>
                      <a:pt x="0" y="146812"/>
                    </a:lnTo>
                    <a:close/>
                    <a:moveTo>
                      <a:pt x="42482" y="86487"/>
                    </a:moveTo>
                    <a:lnTo>
                      <a:pt x="92265" y="86487"/>
                    </a:lnTo>
                    <a:lnTo>
                      <a:pt x="76962" y="45847"/>
                    </a:lnTo>
                    <a:cubicBezTo>
                      <a:pt x="72263" y="33465"/>
                      <a:pt x="68834" y="23368"/>
                      <a:pt x="66548" y="15367"/>
                    </a:cubicBezTo>
                    <a:cubicBezTo>
                      <a:pt x="64707" y="24765"/>
                      <a:pt x="62039" y="34163"/>
                      <a:pt x="58610" y="43434"/>
                    </a:cubicBezTo>
                    <a:lnTo>
                      <a:pt x="42482" y="86487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DDDD8389-9A93-D4E5-31F2-960C7B6F4401}"/>
                  </a:ext>
                </a:extLst>
              </p:cNvPr>
              <p:cNvSpPr/>
              <p:nvPr/>
            </p:nvSpPr>
            <p:spPr>
              <a:xfrm>
                <a:off x="6948233" y="3997578"/>
                <a:ext cx="19430" cy="146811"/>
              </a:xfrm>
              <a:custGeom>
                <a:avLst/>
                <a:gdLst>
                  <a:gd name="connsiteX0" fmla="*/ 0 w 19430"/>
                  <a:gd name="connsiteY0" fmla="*/ 146812 h 146811"/>
                  <a:gd name="connsiteX1" fmla="*/ 0 w 19430"/>
                  <a:gd name="connsiteY1" fmla="*/ 0 h 146811"/>
                  <a:gd name="connsiteX2" fmla="*/ 19431 w 19430"/>
                  <a:gd name="connsiteY2" fmla="*/ 0 h 146811"/>
                  <a:gd name="connsiteX3" fmla="*/ 19431 w 19430"/>
                  <a:gd name="connsiteY3" fmla="*/ 146812 h 146811"/>
                  <a:gd name="connsiteX4" fmla="*/ 0 w 19430"/>
                  <a:gd name="connsiteY4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30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95264113-0AAC-0D66-A240-9CA935052403}"/>
                  </a:ext>
                </a:extLst>
              </p:cNvPr>
              <p:cNvSpPr/>
              <p:nvPr/>
            </p:nvSpPr>
            <p:spPr>
              <a:xfrm>
                <a:off x="7054024" y="4047109"/>
                <a:ext cx="50863" cy="50800"/>
              </a:xfrm>
              <a:custGeom>
                <a:avLst/>
                <a:gdLst>
                  <a:gd name="connsiteX0" fmla="*/ 0 w 50863"/>
                  <a:gd name="connsiteY0" fmla="*/ 25336 h 50800"/>
                  <a:gd name="connsiteX1" fmla="*/ 7493 w 50863"/>
                  <a:gd name="connsiteY1" fmla="*/ 7429 h 50800"/>
                  <a:gd name="connsiteX2" fmla="*/ 25400 w 50863"/>
                  <a:gd name="connsiteY2" fmla="*/ 0 h 50800"/>
                  <a:gd name="connsiteX3" fmla="*/ 43371 w 50863"/>
                  <a:gd name="connsiteY3" fmla="*/ 7429 h 50800"/>
                  <a:gd name="connsiteX4" fmla="*/ 50864 w 50863"/>
                  <a:gd name="connsiteY4" fmla="*/ 25336 h 50800"/>
                  <a:gd name="connsiteX5" fmla="*/ 43371 w 50863"/>
                  <a:gd name="connsiteY5" fmla="*/ 43307 h 50800"/>
                  <a:gd name="connsiteX6" fmla="*/ 25400 w 50863"/>
                  <a:gd name="connsiteY6" fmla="*/ 50800 h 50800"/>
                  <a:gd name="connsiteX7" fmla="*/ 7493 w 50863"/>
                  <a:gd name="connsiteY7" fmla="*/ 43307 h 50800"/>
                  <a:gd name="connsiteX8" fmla="*/ 0 w 50863"/>
                  <a:gd name="connsiteY8" fmla="*/ 25336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63" h="50800">
                    <a:moveTo>
                      <a:pt x="0" y="25336"/>
                    </a:moveTo>
                    <a:cubicBezTo>
                      <a:pt x="0" y="18351"/>
                      <a:pt x="2477" y="12382"/>
                      <a:pt x="7493" y="7429"/>
                    </a:cubicBezTo>
                    <a:cubicBezTo>
                      <a:pt x="12446" y="2476"/>
                      <a:pt x="18415" y="0"/>
                      <a:pt x="25400" y="0"/>
                    </a:cubicBezTo>
                    <a:cubicBezTo>
                      <a:pt x="32385" y="0"/>
                      <a:pt x="38417" y="2476"/>
                      <a:pt x="43371" y="7429"/>
                    </a:cubicBezTo>
                    <a:cubicBezTo>
                      <a:pt x="48323" y="12382"/>
                      <a:pt x="50864" y="18351"/>
                      <a:pt x="50864" y="25336"/>
                    </a:cubicBezTo>
                    <a:cubicBezTo>
                      <a:pt x="50864" y="32321"/>
                      <a:pt x="48387" y="38354"/>
                      <a:pt x="43371" y="43307"/>
                    </a:cubicBezTo>
                    <a:cubicBezTo>
                      <a:pt x="38354" y="48260"/>
                      <a:pt x="32385" y="50800"/>
                      <a:pt x="25400" y="50800"/>
                    </a:cubicBezTo>
                    <a:cubicBezTo>
                      <a:pt x="18415" y="50800"/>
                      <a:pt x="12510" y="48323"/>
                      <a:pt x="7493" y="43307"/>
                    </a:cubicBezTo>
                    <a:cubicBezTo>
                      <a:pt x="2540" y="38354"/>
                      <a:pt x="0" y="32321"/>
                      <a:pt x="0" y="253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6611C104-CEA5-B01A-F72F-D4AE30E0B747}"/>
                  </a:ext>
                </a:extLst>
              </p:cNvPr>
              <p:cNvSpPr/>
              <p:nvPr/>
            </p:nvSpPr>
            <p:spPr>
              <a:xfrm>
                <a:off x="7191057" y="3997578"/>
                <a:ext cx="19430" cy="146811"/>
              </a:xfrm>
              <a:custGeom>
                <a:avLst/>
                <a:gdLst>
                  <a:gd name="connsiteX0" fmla="*/ 0 w 19430"/>
                  <a:gd name="connsiteY0" fmla="*/ 146812 h 146811"/>
                  <a:gd name="connsiteX1" fmla="*/ 0 w 19430"/>
                  <a:gd name="connsiteY1" fmla="*/ 0 h 146811"/>
                  <a:gd name="connsiteX2" fmla="*/ 19431 w 19430"/>
                  <a:gd name="connsiteY2" fmla="*/ 0 h 146811"/>
                  <a:gd name="connsiteX3" fmla="*/ 19431 w 19430"/>
                  <a:gd name="connsiteY3" fmla="*/ 146812 h 146811"/>
                  <a:gd name="connsiteX4" fmla="*/ 0 w 19430"/>
                  <a:gd name="connsiteY4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30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C9EF70BB-68D8-CDB1-5F9D-5678B7901D1C}"/>
                  </a:ext>
                </a:extLst>
              </p:cNvPr>
              <p:cNvSpPr/>
              <p:nvPr/>
            </p:nvSpPr>
            <p:spPr>
              <a:xfrm>
                <a:off x="7242428" y="4035615"/>
                <a:ext cx="144081" cy="108775"/>
              </a:xfrm>
              <a:custGeom>
                <a:avLst/>
                <a:gdLst>
                  <a:gd name="connsiteX0" fmla="*/ 0 w 144081"/>
                  <a:gd name="connsiteY0" fmla="*/ 108775 h 108775"/>
                  <a:gd name="connsiteX1" fmla="*/ 0 w 144081"/>
                  <a:gd name="connsiteY1" fmla="*/ 2413 h 108775"/>
                  <a:gd name="connsiteX2" fmla="*/ 16129 w 144081"/>
                  <a:gd name="connsiteY2" fmla="*/ 2413 h 108775"/>
                  <a:gd name="connsiteX3" fmla="*/ 16129 w 144081"/>
                  <a:gd name="connsiteY3" fmla="*/ 17335 h 108775"/>
                  <a:gd name="connsiteX4" fmla="*/ 29464 w 144081"/>
                  <a:gd name="connsiteY4" fmla="*/ 4763 h 108775"/>
                  <a:gd name="connsiteX5" fmla="*/ 48387 w 144081"/>
                  <a:gd name="connsiteY5" fmla="*/ 0 h 108775"/>
                  <a:gd name="connsiteX6" fmla="*/ 67755 w 144081"/>
                  <a:gd name="connsiteY6" fmla="*/ 4889 h 108775"/>
                  <a:gd name="connsiteX7" fmla="*/ 78423 w 144081"/>
                  <a:gd name="connsiteY7" fmla="*/ 18605 h 108775"/>
                  <a:gd name="connsiteX8" fmla="*/ 111252 w 144081"/>
                  <a:gd name="connsiteY8" fmla="*/ 0 h 108775"/>
                  <a:gd name="connsiteX9" fmla="*/ 135573 w 144081"/>
                  <a:gd name="connsiteY9" fmla="*/ 8763 h 108775"/>
                  <a:gd name="connsiteX10" fmla="*/ 144082 w 144081"/>
                  <a:gd name="connsiteY10" fmla="*/ 35750 h 108775"/>
                  <a:gd name="connsiteX11" fmla="*/ 144082 w 144081"/>
                  <a:gd name="connsiteY11" fmla="*/ 108775 h 108775"/>
                  <a:gd name="connsiteX12" fmla="*/ 126174 w 144081"/>
                  <a:gd name="connsiteY12" fmla="*/ 108775 h 108775"/>
                  <a:gd name="connsiteX13" fmla="*/ 126174 w 144081"/>
                  <a:gd name="connsiteY13" fmla="*/ 41783 h 108775"/>
                  <a:gd name="connsiteX14" fmla="*/ 124397 w 144081"/>
                  <a:gd name="connsiteY14" fmla="*/ 26225 h 108775"/>
                  <a:gd name="connsiteX15" fmla="*/ 118047 w 144081"/>
                  <a:gd name="connsiteY15" fmla="*/ 18542 h 108775"/>
                  <a:gd name="connsiteX16" fmla="*/ 107252 w 144081"/>
                  <a:gd name="connsiteY16" fmla="*/ 15621 h 108775"/>
                  <a:gd name="connsiteX17" fmla="*/ 88646 w 144081"/>
                  <a:gd name="connsiteY17" fmla="*/ 23114 h 108775"/>
                  <a:gd name="connsiteX18" fmla="*/ 81217 w 144081"/>
                  <a:gd name="connsiteY18" fmla="*/ 46990 h 108775"/>
                  <a:gd name="connsiteX19" fmla="*/ 81217 w 144081"/>
                  <a:gd name="connsiteY19" fmla="*/ 108775 h 108775"/>
                  <a:gd name="connsiteX20" fmla="*/ 63183 w 144081"/>
                  <a:gd name="connsiteY20" fmla="*/ 108775 h 108775"/>
                  <a:gd name="connsiteX21" fmla="*/ 63183 w 144081"/>
                  <a:gd name="connsiteY21" fmla="*/ 39688 h 108775"/>
                  <a:gd name="connsiteX22" fmla="*/ 58801 w 144081"/>
                  <a:gd name="connsiteY22" fmla="*/ 21653 h 108775"/>
                  <a:gd name="connsiteX23" fmla="*/ 44387 w 144081"/>
                  <a:gd name="connsiteY23" fmla="*/ 15621 h 108775"/>
                  <a:gd name="connsiteX24" fmla="*/ 30290 w 144081"/>
                  <a:gd name="connsiteY24" fmla="*/ 19621 h 108775"/>
                  <a:gd name="connsiteX25" fmla="*/ 20955 w 144081"/>
                  <a:gd name="connsiteY25" fmla="*/ 31305 h 108775"/>
                  <a:gd name="connsiteX26" fmla="*/ 18034 w 144081"/>
                  <a:gd name="connsiteY26" fmla="*/ 53530 h 108775"/>
                  <a:gd name="connsiteX27" fmla="*/ 18034 w 144081"/>
                  <a:gd name="connsiteY27" fmla="*/ 108712 h 108775"/>
                  <a:gd name="connsiteX28" fmla="*/ 0 w 144081"/>
                  <a:gd name="connsiteY28" fmla="*/ 108712 h 108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44081" h="108775">
                    <a:moveTo>
                      <a:pt x="0" y="108775"/>
                    </a:moveTo>
                    <a:lnTo>
                      <a:pt x="0" y="2413"/>
                    </a:lnTo>
                    <a:lnTo>
                      <a:pt x="16129" y="2413"/>
                    </a:lnTo>
                    <a:lnTo>
                      <a:pt x="16129" y="17335"/>
                    </a:lnTo>
                    <a:cubicBezTo>
                      <a:pt x="19495" y="12128"/>
                      <a:pt x="23940" y="7938"/>
                      <a:pt x="29464" y="4763"/>
                    </a:cubicBezTo>
                    <a:cubicBezTo>
                      <a:pt x="34989" y="1588"/>
                      <a:pt x="41339" y="0"/>
                      <a:pt x="48387" y="0"/>
                    </a:cubicBezTo>
                    <a:cubicBezTo>
                      <a:pt x="56261" y="0"/>
                      <a:pt x="62738" y="1651"/>
                      <a:pt x="67755" y="4889"/>
                    </a:cubicBezTo>
                    <a:cubicBezTo>
                      <a:pt x="72771" y="8191"/>
                      <a:pt x="76327" y="12763"/>
                      <a:pt x="78423" y="18605"/>
                    </a:cubicBezTo>
                    <a:cubicBezTo>
                      <a:pt x="86805" y="6159"/>
                      <a:pt x="97790" y="0"/>
                      <a:pt x="111252" y="0"/>
                    </a:cubicBezTo>
                    <a:cubicBezTo>
                      <a:pt x="121793" y="0"/>
                      <a:pt x="129921" y="2921"/>
                      <a:pt x="135573" y="8763"/>
                    </a:cubicBezTo>
                    <a:cubicBezTo>
                      <a:pt x="141224" y="14605"/>
                      <a:pt x="144082" y="23622"/>
                      <a:pt x="144082" y="35750"/>
                    </a:cubicBezTo>
                    <a:lnTo>
                      <a:pt x="144082" y="108775"/>
                    </a:lnTo>
                    <a:lnTo>
                      <a:pt x="126174" y="108775"/>
                    </a:lnTo>
                    <a:lnTo>
                      <a:pt x="126174" y="41783"/>
                    </a:lnTo>
                    <a:cubicBezTo>
                      <a:pt x="126174" y="34544"/>
                      <a:pt x="125603" y="29400"/>
                      <a:pt x="124397" y="26225"/>
                    </a:cubicBezTo>
                    <a:cubicBezTo>
                      <a:pt x="123254" y="23050"/>
                      <a:pt x="121095" y="20510"/>
                      <a:pt x="118047" y="18542"/>
                    </a:cubicBezTo>
                    <a:cubicBezTo>
                      <a:pt x="114999" y="16637"/>
                      <a:pt x="111379" y="15621"/>
                      <a:pt x="107252" y="15621"/>
                    </a:cubicBezTo>
                    <a:cubicBezTo>
                      <a:pt x="99759" y="15621"/>
                      <a:pt x="93536" y="18097"/>
                      <a:pt x="88646" y="23114"/>
                    </a:cubicBezTo>
                    <a:cubicBezTo>
                      <a:pt x="83693" y="28067"/>
                      <a:pt x="81217" y="36068"/>
                      <a:pt x="81217" y="46990"/>
                    </a:cubicBezTo>
                    <a:lnTo>
                      <a:pt x="81217" y="108775"/>
                    </a:lnTo>
                    <a:lnTo>
                      <a:pt x="63183" y="108775"/>
                    </a:lnTo>
                    <a:lnTo>
                      <a:pt x="63183" y="39688"/>
                    </a:lnTo>
                    <a:cubicBezTo>
                      <a:pt x="63183" y="31686"/>
                      <a:pt x="61722" y="25654"/>
                      <a:pt x="58801" y="21653"/>
                    </a:cubicBezTo>
                    <a:cubicBezTo>
                      <a:pt x="55880" y="17653"/>
                      <a:pt x="51054" y="15621"/>
                      <a:pt x="44387" y="15621"/>
                    </a:cubicBezTo>
                    <a:cubicBezTo>
                      <a:pt x="39307" y="15621"/>
                      <a:pt x="34608" y="16954"/>
                      <a:pt x="30290" y="19621"/>
                    </a:cubicBezTo>
                    <a:cubicBezTo>
                      <a:pt x="25972" y="22288"/>
                      <a:pt x="22860" y="26225"/>
                      <a:pt x="20955" y="31305"/>
                    </a:cubicBezTo>
                    <a:cubicBezTo>
                      <a:pt x="18987" y="36449"/>
                      <a:pt x="18034" y="43878"/>
                      <a:pt x="18034" y="53530"/>
                    </a:cubicBezTo>
                    <a:lnTo>
                      <a:pt x="18034" y="108712"/>
                    </a:lnTo>
                    <a:lnTo>
                      <a:pt x="0" y="1087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8DE297A-4855-4447-7245-D1E8843D2A4F}"/>
                  </a:ext>
                </a:extLst>
              </p:cNvPr>
              <p:cNvSpPr/>
              <p:nvPr/>
            </p:nvSpPr>
            <p:spPr>
              <a:xfrm>
                <a:off x="7413307" y="4035615"/>
                <a:ext cx="92455" cy="149669"/>
              </a:xfrm>
              <a:custGeom>
                <a:avLst/>
                <a:gdLst>
                  <a:gd name="connsiteX0" fmla="*/ 0 w 92455"/>
                  <a:gd name="connsiteY0" fmla="*/ 149542 h 149669"/>
                  <a:gd name="connsiteX1" fmla="*/ 0 w 92455"/>
                  <a:gd name="connsiteY1" fmla="*/ 2413 h 149669"/>
                  <a:gd name="connsiteX2" fmla="*/ 16446 w 92455"/>
                  <a:gd name="connsiteY2" fmla="*/ 2413 h 149669"/>
                  <a:gd name="connsiteX3" fmla="*/ 16446 w 92455"/>
                  <a:gd name="connsiteY3" fmla="*/ 16256 h 149669"/>
                  <a:gd name="connsiteX4" fmla="*/ 29591 w 92455"/>
                  <a:gd name="connsiteY4" fmla="*/ 4064 h 149669"/>
                  <a:gd name="connsiteX5" fmla="*/ 47308 w 92455"/>
                  <a:gd name="connsiteY5" fmla="*/ 0 h 149669"/>
                  <a:gd name="connsiteX6" fmla="*/ 71374 w 92455"/>
                  <a:gd name="connsiteY6" fmla="*/ 6985 h 149669"/>
                  <a:gd name="connsiteX7" fmla="*/ 87122 w 92455"/>
                  <a:gd name="connsiteY7" fmla="*/ 26797 h 149669"/>
                  <a:gd name="connsiteX8" fmla="*/ 92456 w 92455"/>
                  <a:gd name="connsiteY8" fmla="*/ 54800 h 149669"/>
                  <a:gd name="connsiteX9" fmla="*/ 86614 w 92455"/>
                  <a:gd name="connsiteY9" fmla="*/ 84201 h 149669"/>
                  <a:gd name="connsiteX10" fmla="*/ 69596 w 92455"/>
                  <a:gd name="connsiteY10" fmla="*/ 104267 h 149669"/>
                  <a:gd name="connsiteX11" fmla="*/ 46101 w 92455"/>
                  <a:gd name="connsiteY11" fmla="*/ 111252 h 149669"/>
                  <a:gd name="connsiteX12" fmla="*/ 29908 w 92455"/>
                  <a:gd name="connsiteY12" fmla="*/ 107442 h 149669"/>
                  <a:gd name="connsiteX13" fmla="*/ 18161 w 92455"/>
                  <a:gd name="connsiteY13" fmla="*/ 97853 h 149669"/>
                  <a:gd name="connsiteX14" fmla="*/ 18161 w 92455"/>
                  <a:gd name="connsiteY14" fmla="*/ 149669 h 149669"/>
                  <a:gd name="connsiteX15" fmla="*/ 127 w 92455"/>
                  <a:gd name="connsiteY15" fmla="*/ 149669 h 149669"/>
                  <a:gd name="connsiteX16" fmla="*/ 16320 w 92455"/>
                  <a:gd name="connsiteY16" fmla="*/ 56197 h 149669"/>
                  <a:gd name="connsiteX17" fmla="*/ 24638 w 92455"/>
                  <a:gd name="connsiteY17" fmla="*/ 86550 h 149669"/>
                  <a:gd name="connsiteX18" fmla="*/ 44767 w 92455"/>
                  <a:gd name="connsiteY18" fmla="*/ 96393 h 149669"/>
                  <a:gd name="connsiteX19" fmla="*/ 65341 w 92455"/>
                  <a:gd name="connsiteY19" fmla="*/ 86233 h 149669"/>
                  <a:gd name="connsiteX20" fmla="*/ 73914 w 92455"/>
                  <a:gd name="connsiteY20" fmla="*/ 54737 h 149669"/>
                  <a:gd name="connsiteX21" fmla="*/ 65532 w 92455"/>
                  <a:gd name="connsiteY21" fmla="*/ 24257 h 149669"/>
                  <a:gd name="connsiteX22" fmla="*/ 45529 w 92455"/>
                  <a:gd name="connsiteY22" fmla="*/ 14160 h 149669"/>
                  <a:gd name="connsiteX23" fmla="*/ 25146 w 92455"/>
                  <a:gd name="connsiteY23" fmla="*/ 24955 h 149669"/>
                  <a:gd name="connsiteX24" fmla="*/ 16256 w 92455"/>
                  <a:gd name="connsiteY24" fmla="*/ 56261 h 149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92455" h="149669">
                    <a:moveTo>
                      <a:pt x="0" y="149542"/>
                    </a:moveTo>
                    <a:lnTo>
                      <a:pt x="0" y="2413"/>
                    </a:lnTo>
                    <a:lnTo>
                      <a:pt x="16446" y="2413"/>
                    </a:lnTo>
                    <a:lnTo>
                      <a:pt x="16446" y="16256"/>
                    </a:lnTo>
                    <a:cubicBezTo>
                      <a:pt x="20320" y="10858"/>
                      <a:pt x="24702" y="6794"/>
                      <a:pt x="29591" y="4064"/>
                    </a:cubicBezTo>
                    <a:cubicBezTo>
                      <a:pt x="34480" y="1397"/>
                      <a:pt x="40386" y="0"/>
                      <a:pt x="47308" y="0"/>
                    </a:cubicBezTo>
                    <a:cubicBezTo>
                      <a:pt x="56388" y="0"/>
                      <a:pt x="64389" y="2349"/>
                      <a:pt x="71374" y="6985"/>
                    </a:cubicBezTo>
                    <a:cubicBezTo>
                      <a:pt x="78296" y="11684"/>
                      <a:pt x="83566" y="18224"/>
                      <a:pt x="87122" y="26797"/>
                    </a:cubicBezTo>
                    <a:cubicBezTo>
                      <a:pt x="90678" y="35306"/>
                      <a:pt x="92456" y="44640"/>
                      <a:pt x="92456" y="54800"/>
                    </a:cubicBezTo>
                    <a:cubicBezTo>
                      <a:pt x="92456" y="65659"/>
                      <a:pt x="90488" y="75501"/>
                      <a:pt x="86614" y="84201"/>
                    </a:cubicBezTo>
                    <a:cubicBezTo>
                      <a:pt x="82677" y="92900"/>
                      <a:pt x="77026" y="99568"/>
                      <a:pt x="69596" y="104267"/>
                    </a:cubicBezTo>
                    <a:cubicBezTo>
                      <a:pt x="62166" y="108902"/>
                      <a:pt x="54292" y="111252"/>
                      <a:pt x="46101" y="111252"/>
                    </a:cubicBezTo>
                    <a:cubicBezTo>
                      <a:pt x="40068" y="111252"/>
                      <a:pt x="34671" y="109982"/>
                      <a:pt x="29908" y="107442"/>
                    </a:cubicBezTo>
                    <a:cubicBezTo>
                      <a:pt x="25146" y="104902"/>
                      <a:pt x="21209" y="101727"/>
                      <a:pt x="18161" y="97853"/>
                    </a:cubicBezTo>
                    <a:lnTo>
                      <a:pt x="18161" y="149669"/>
                    </a:lnTo>
                    <a:lnTo>
                      <a:pt x="127" y="149669"/>
                    </a:lnTo>
                    <a:close/>
                    <a:moveTo>
                      <a:pt x="16320" y="56197"/>
                    </a:moveTo>
                    <a:cubicBezTo>
                      <a:pt x="16320" y="69913"/>
                      <a:pt x="19114" y="80010"/>
                      <a:pt x="24638" y="86550"/>
                    </a:cubicBezTo>
                    <a:cubicBezTo>
                      <a:pt x="30163" y="93091"/>
                      <a:pt x="36893" y="96393"/>
                      <a:pt x="44767" y="96393"/>
                    </a:cubicBezTo>
                    <a:cubicBezTo>
                      <a:pt x="52641" y="96393"/>
                      <a:pt x="59627" y="93027"/>
                      <a:pt x="65341" y="86233"/>
                    </a:cubicBezTo>
                    <a:cubicBezTo>
                      <a:pt x="71057" y="79438"/>
                      <a:pt x="73914" y="68961"/>
                      <a:pt x="73914" y="54737"/>
                    </a:cubicBezTo>
                    <a:cubicBezTo>
                      <a:pt x="73914" y="40513"/>
                      <a:pt x="71120" y="31051"/>
                      <a:pt x="65532" y="24257"/>
                    </a:cubicBezTo>
                    <a:cubicBezTo>
                      <a:pt x="59944" y="17526"/>
                      <a:pt x="53277" y="14160"/>
                      <a:pt x="45529" y="14160"/>
                    </a:cubicBezTo>
                    <a:cubicBezTo>
                      <a:pt x="37783" y="14160"/>
                      <a:pt x="31052" y="17716"/>
                      <a:pt x="25146" y="24955"/>
                    </a:cubicBezTo>
                    <a:cubicBezTo>
                      <a:pt x="19240" y="32131"/>
                      <a:pt x="16256" y="42545"/>
                      <a:pt x="16256" y="5626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CB13C483-3DB9-0DFD-857A-5E037E7FC030}"/>
                  </a:ext>
                </a:extLst>
              </p:cNvPr>
              <p:cNvSpPr/>
              <p:nvPr/>
            </p:nvSpPr>
            <p:spPr>
              <a:xfrm>
                <a:off x="7521321" y="4035552"/>
                <a:ext cx="97980" cy="111188"/>
              </a:xfrm>
              <a:custGeom>
                <a:avLst/>
                <a:gdLst>
                  <a:gd name="connsiteX0" fmla="*/ 75501 w 97980"/>
                  <a:gd name="connsiteY0" fmla="*/ 95695 h 111188"/>
                  <a:gd name="connsiteX1" fmla="*/ 56197 w 97980"/>
                  <a:gd name="connsiteY1" fmla="*/ 107696 h 111188"/>
                  <a:gd name="connsiteX2" fmla="*/ 36322 w 97980"/>
                  <a:gd name="connsiteY2" fmla="*/ 111189 h 111188"/>
                  <a:gd name="connsiteX3" fmla="*/ 9398 w 97980"/>
                  <a:gd name="connsiteY3" fmla="*/ 102616 h 111188"/>
                  <a:gd name="connsiteX4" fmla="*/ 0 w 97980"/>
                  <a:gd name="connsiteY4" fmla="*/ 80708 h 111188"/>
                  <a:gd name="connsiteX5" fmla="*/ 3556 w 97980"/>
                  <a:gd name="connsiteY5" fmla="*/ 66421 h 111188"/>
                  <a:gd name="connsiteX6" fmla="*/ 12890 w 97980"/>
                  <a:gd name="connsiteY6" fmla="*/ 56070 h 111188"/>
                  <a:gd name="connsiteX7" fmla="*/ 25845 w 97980"/>
                  <a:gd name="connsiteY7" fmla="*/ 50165 h 111188"/>
                  <a:gd name="connsiteX8" fmla="*/ 41846 w 97980"/>
                  <a:gd name="connsiteY8" fmla="*/ 47498 h 111188"/>
                  <a:gd name="connsiteX9" fmla="*/ 73977 w 97980"/>
                  <a:gd name="connsiteY9" fmla="*/ 41275 h 111188"/>
                  <a:gd name="connsiteX10" fmla="*/ 74104 w 97980"/>
                  <a:gd name="connsiteY10" fmla="*/ 36576 h 111188"/>
                  <a:gd name="connsiteX11" fmla="*/ 69024 w 97980"/>
                  <a:gd name="connsiteY11" fmla="*/ 21082 h 111188"/>
                  <a:gd name="connsiteX12" fmla="*/ 48514 w 97980"/>
                  <a:gd name="connsiteY12" fmla="*/ 14986 h 111188"/>
                  <a:gd name="connsiteX13" fmla="*/ 29718 w 97980"/>
                  <a:gd name="connsiteY13" fmla="*/ 19431 h 111188"/>
                  <a:gd name="connsiteX14" fmla="*/ 20764 w 97980"/>
                  <a:gd name="connsiteY14" fmla="*/ 35179 h 111188"/>
                  <a:gd name="connsiteX15" fmla="*/ 3111 w 97980"/>
                  <a:gd name="connsiteY15" fmla="*/ 32766 h 111188"/>
                  <a:gd name="connsiteX16" fmla="*/ 11049 w 97980"/>
                  <a:gd name="connsiteY16" fmla="*/ 14478 h 111188"/>
                  <a:gd name="connsiteX17" fmla="*/ 26988 w 97980"/>
                  <a:gd name="connsiteY17" fmla="*/ 3746 h 111188"/>
                  <a:gd name="connsiteX18" fmla="*/ 51117 w 97980"/>
                  <a:gd name="connsiteY18" fmla="*/ 0 h 111188"/>
                  <a:gd name="connsiteX19" fmla="*/ 73279 w 97980"/>
                  <a:gd name="connsiteY19" fmla="*/ 3175 h 111188"/>
                  <a:gd name="connsiteX20" fmla="*/ 85788 w 97980"/>
                  <a:gd name="connsiteY20" fmla="*/ 11239 h 111188"/>
                  <a:gd name="connsiteX21" fmla="*/ 91376 w 97980"/>
                  <a:gd name="connsiteY21" fmla="*/ 23495 h 111188"/>
                  <a:gd name="connsiteX22" fmla="*/ 92265 w 97980"/>
                  <a:gd name="connsiteY22" fmla="*/ 40132 h 111188"/>
                  <a:gd name="connsiteX23" fmla="*/ 92265 w 97980"/>
                  <a:gd name="connsiteY23" fmla="*/ 64198 h 111188"/>
                  <a:gd name="connsiteX24" fmla="*/ 93408 w 97980"/>
                  <a:gd name="connsiteY24" fmla="*/ 96012 h 111188"/>
                  <a:gd name="connsiteX25" fmla="*/ 97980 w 97980"/>
                  <a:gd name="connsiteY25" fmla="*/ 108776 h 111188"/>
                  <a:gd name="connsiteX26" fmla="*/ 79121 w 97980"/>
                  <a:gd name="connsiteY26" fmla="*/ 108776 h 111188"/>
                  <a:gd name="connsiteX27" fmla="*/ 75501 w 97980"/>
                  <a:gd name="connsiteY27" fmla="*/ 95631 h 111188"/>
                  <a:gd name="connsiteX28" fmla="*/ 73977 w 97980"/>
                  <a:gd name="connsiteY28" fmla="*/ 55435 h 111188"/>
                  <a:gd name="connsiteX29" fmla="*/ 44513 w 97980"/>
                  <a:gd name="connsiteY29" fmla="*/ 62230 h 111188"/>
                  <a:gd name="connsiteX30" fmla="*/ 28765 w 97980"/>
                  <a:gd name="connsiteY30" fmla="*/ 65849 h 111188"/>
                  <a:gd name="connsiteX31" fmla="*/ 21653 w 97980"/>
                  <a:gd name="connsiteY31" fmla="*/ 71691 h 111188"/>
                  <a:gd name="connsiteX32" fmla="*/ 19177 w 97980"/>
                  <a:gd name="connsiteY32" fmla="*/ 80264 h 111188"/>
                  <a:gd name="connsiteX33" fmla="*/ 24638 w 97980"/>
                  <a:gd name="connsiteY33" fmla="*/ 92265 h 111188"/>
                  <a:gd name="connsiteX34" fmla="*/ 40640 w 97980"/>
                  <a:gd name="connsiteY34" fmla="*/ 97091 h 111188"/>
                  <a:gd name="connsiteX35" fmla="*/ 59182 w 97980"/>
                  <a:gd name="connsiteY35" fmla="*/ 92520 h 111188"/>
                  <a:gd name="connsiteX36" fmla="*/ 71120 w 97980"/>
                  <a:gd name="connsiteY36" fmla="*/ 80073 h 111188"/>
                  <a:gd name="connsiteX37" fmla="*/ 74041 w 97980"/>
                  <a:gd name="connsiteY37" fmla="*/ 62039 h 111188"/>
                  <a:gd name="connsiteX38" fmla="*/ 74041 w 97980"/>
                  <a:gd name="connsiteY38" fmla="*/ 55435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980" h="111188">
                    <a:moveTo>
                      <a:pt x="75501" y="95695"/>
                    </a:moveTo>
                    <a:cubicBezTo>
                      <a:pt x="68834" y="101346"/>
                      <a:pt x="62420" y="105346"/>
                      <a:pt x="56197" y="107696"/>
                    </a:cubicBezTo>
                    <a:cubicBezTo>
                      <a:pt x="50038" y="110045"/>
                      <a:pt x="43370" y="111189"/>
                      <a:pt x="36322" y="111189"/>
                    </a:cubicBezTo>
                    <a:cubicBezTo>
                      <a:pt x="24638" y="111189"/>
                      <a:pt x="15684" y="108331"/>
                      <a:pt x="9398" y="102616"/>
                    </a:cubicBezTo>
                    <a:cubicBezTo>
                      <a:pt x="3111" y="96901"/>
                      <a:pt x="0" y="89598"/>
                      <a:pt x="0" y="80708"/>
                    </a:cubicBezTo>
                    <a:cubicBezTo>
                      <a:pt x="0" y="75501"/>
                      <a:pt x="1207" y="70739"/>
                      <a:pt x="3556" y="66421"/>
                    </a:cubicBezTo>
                    <a:cubicBezTo>
                      <a:pt x="5905" y="62103"/>
                      <a:pt x="9017" y="58674"/>
                      <a:pt x="12890" y="56070"/>
                    </a:cubicBezTo>
                    <a:cubicBezTo>
                      <a:pt x="16701" y="53467"/>
                      <a:pt x="21082" y="51498"/>
                      <a:pt x="25845" y="50165"/>
                    </a:cubicBezTo>
                    <a:cubicBezTo>
                      <a:pt x="29401" y="49213"/>
                      <a:pt x="34734" y="48323"/>
                      <a:pt x="41846" y="47498"/>
                    </a:cubicBezTo>
                    <a:cubicBezTo>
                      <a:pt x="56388" y="45783"/>
                      <a:pt x="67120" y="43688"/>
                      <a:pt x="73977" y="41275"/>
                    </a:cubicBezTo>
                    <a:cubicBezTo>
                      <a:pt x="74041" y="38798"/>
                      <a:pt x="74104" y="37211"/>
                      <a:pt x="74104" y="36576"/>
                    </a:cubicBezTo>
                    <a:cubicBezTo>
                      <a:pt x="74104" y="29210"/>
                      <a:pt x="72390" y="24066"/>
                      <a:pt x="69024" y="21082"/>
                    </a:cubicBezTo>
                    <a:cubicBezTo>
                      <a:pt x="64389" y="17018"/>
                      <a:pt x="57595" y="14986"/>
                      <a:pt x="48514" y="14986"/>
                    </a:cubicBezTo>
                    <a:cubicBezTo>
                      <a:pt x="40005" y="14986"/>
                      <a:pt x="33782" y="16446"/>
                      <a:pt x="29718" y="19431"/>
                    </a:cubicBezTo>
                    <a:cubicBezTo>
                      <a:pt x="25654" y="22415"/>
                      <a:pt x="22670" y="27686"/>
                      <a:pt x="20764" y="35179"/>
                    </a:cubicBezTo>
                    <a:lnTo>
                      <a:pt x="3111" y="32766"/>
                    </a:lnTo>
                    <a:cubicBezTo>
                      <a:pt x="4699" y="25209"/>
                      <a:pt x="7366" y="19114"/>
                      <a:pt x="11049" y="14478"/>
                    </a:cubicBezTo>
                    <a:cubicBezTo>
                      <a:pt x="14732" y="9842"/>
                      <a:pt x="20002" y="6286"/>
                      <a:pt x="26988" y="3746"/>
                    </a:cubicBezTo>
                    <a:cubicBezTo>
                      <a:pt x="33909" y="1207"/>
                      <a:pt x="41973" y="0"/>
                      <a:pt x="51117" y="0"/>
                    </a:cubicBezTo>
                    <a:cubicBezTo>
                      <a:pt x="60261" y="0"/>
                      <a:pt x="67564" y="1079"/>
                      <a:pt x="73279" y="3175"/>
                    </a:cubicBezTo>
                    <a:cubicBezTo>
                      <a:pt x="78930" y="5334"/>
                      <a:pt x="83121" y="8001"/>
                      <a:pt x="85788" y="11239"/>
                    </a:cubicBezTo>
                    <a:cubicBezTo>
                      <a:pt x="88455" y="14478"/>
                      <a:pt x="90360" y="18605"/>
                      <a:pt x="91376" y="23495"/>
                    </a:cubicBezTo>
                    <a:cubicBezTo>
                      <a:pt x="91948" y="26543"/>
                      <a:pt x="92265" y="32131"/>
                      <a:pt x="92265" y="40132"/>
                    </a:cubicBezTo>
                    <a:lnTo>
                      <a:pt x="92265" y="64198"/>
                    </a:lnTo>
                    <a:cubicBezTo>
                      <a:pt x="92265" y="80963"/>
                      <a:pt x="92646" y="91567"/>
                      <a:pt x="93408" y="96012"/>
                    </a:cubicBezTo>
                    <a:cubicBezTo>
                      <a:pt x="94170" y="100457"/>
                      <a:pt x="95695" y="104711"/>
                      <a:pt x="97980" y="108776"/>
                    </a:cubicBezTo>
                    <a:lnTo>
                      <a:pt x="79121" y="108776"/>
                    </a:lnTo>
                    <a:cubicBezTo>
                      <a:pt x="77279" y="105029"/>
                      <a:pt x="76073" y="100647"/>
                      <a:pt x="75501" y="95631"/>
                    </a:cubicBezTo>
                    <a:close/>
                    <a:moveTo>
                      <a:pt x="73977" y="55435"/>
                    </a:moveTo>
                    <a:cubicBezTo>
                      <a:pt x="67437" y="58102"/>
                      <a:pt x="57595" y="60389"/>
                      <a:pt x="44513" y="62230"/>
                    </a:cubicBezTo>
                    <a:cubicBezTo>
                      <a:pt x="37084" y="63309"/>
                      <a:pt x="31877" y="64516"/>
                      <a:pt x="28765" y="65849"/>
                    </a:cubicBezTo>
                    <a:cubicBezTo>
                      <a:pt x="25717" y="67183"/>
                      <a:pt x="23304" y="69151"/>
                      <a:pt x="21653" y="71691"/>
                    </a:cubicBezTo>
                    <a:cubicBezTo>
                      <a:pt x="20002" y="74232"/>
                      <a:pt x="19177" y="77089"/>
                      <a:pt x="19177" y="80264"/>
                    </a:cubicBezTo>
                    <a:cubicBezTo>
                      <a:pt x="19177" y="85090"/>
                      <a:pt x="21018" y="89090"/>
                      <a:pt x="24638" y="92265"/>
                    </a:cubicBezTo>
                    <a:cubicBezTo>
                      <a:pt x="28257" y="95440"/>
                      <a:pt x="33591" y="97091"/>
                      <a:pt x="40640" y="97091"/>
                    </a:cubicBezTo>
                    <a:cubicBezTo>
                      <a:pt x="47688" y="97091"/>
                      <a:pt x="53784" y="95567"/>
                      <a:pt x="59182" y="92520"/>
                    </a:cubicBezTo>
                    <a:cubicBezTo>
                      <a:pt x="64579" y="89471"/>
                      <a:pt x="68580" y="85344"/>
                      <a:pt x="71120" y="80073"/>
                    </a:cubicBezTo>
                    <a:cubicBezTo>
                      <a:pt x="73088" y="76009"/>
                      <a:pt x="74041" y="69977"/>
                      <a:pt x="74041" y="62039"/>
                    </a:cubicBezTo>
                    <a:lnTo>
                      <a:pt x="74041" y="5543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E81F715B-272E-DB4F-67C4-D12873C16816}"/>
                  </a:ext>
                </a:extLst>
              </p:cNvPr>
              <p:cNvSpPr/>
              <p:nvPr/>
            </p:nvSpPr>
            <p:spPr>
              <a:xfrm>
                <a:off x="7635938" y="4035552"/>
                <a:ext cx="92646" cy="111188"/>
              </a:xfrm>
              <a:custGeom>
                <a:avLst/>
                <a:gdLst>
                  <a:gd name="connsiteX0" fmla="*/ 74930 w 92646"/>
                  <a:gd name="connsiteY0" fmla="*/ 69850 h 111188"/>
                  <a:gd name="connsiteX1" fmla="*/ 92646 w 92646"/>
                  <a:gd name="connsiteY1" fmla="*/ 72136 h 111188"/>
                  <a:gd name="connsiteX2" fmla="*/ 77788 w 92646"/>
                  <a:gd name="connsiteY2" fmla="*/ 100838 h 111188"/>
                  <a:gd name="connsiteX3" fmla="*/ 48387 w 92646"/>
                  <a:gd name="connsiteY3" fmla="*/ 111189 h 111188"/>
                  <a:gd name="connsiteX4" fmla="*/ 13271 w 92646"/>
                  <a:gd name="connsiteY4" fmla="*/ 96901 h 111188"/>
                  <a:gd name="connsiteX5" fmla="*/ 0 w 92646"/>
                  <a:gd name="connsiteY5" fmla="*/ 56007 h 111188"/>
                  <a:gd name="connsiteX6" fmla="*/ 5715 w 92646"/>
                  <a:gd name="connsiteY6" fmla="*/ 25845 h 111188"/>
                  <a:gd name="connsiteX7" fmla="*/ 23114 w 92646"/>
                  <a:gd name="connsiteY7" fmla="*/ 6477 h 111188"/>
                  <a:gd name="connsiteX8" fmla="*/ 48514 w 92646"/>
                  <a:gd name="connsiteY8" fmla="*/ 0 h 111188"/>
                  <a:gd name="connsiteX9" fmla="*/ 76835 w 92646"/>
                  <a:gd name="connsiteY9" fmla="*/ 8763 h 111188"/>
                  <a:gd name="connsiteX10" fmla="*/ 90932 w 92646"/>
                  <a:gd name="connsiteY10" fmla="*/ 33655 h 111188"/>
                  <a:gd name="connsiteX11" fmla="*/ 73406 w 92646"/>
                  <a:gd name="connsiteY11" fmla="*/ 36385 h 111188"/>
                  <a:gd name="connsiteX12" fmla="*/ 64516 w 92646"/>
                  <a:gd name="connsiteY12" fmla="*/ 20257 h 111188"/>
                  <a:gd name="connsiteX13" fmla="*/ 49149 w 92646"/>
                  <a:gd name="connsiteY13" fmla="*/ 14859 h 111188"/>
                  <a:gd name="connsiteX14" fmla="*/ 26988 w 92646"/>
                  <a:gd name="connsiteY14" fmla="*/ 24638 h 111188"/>
                  <a:gd name="connsiteX15" fmla="*/ 18478 w 92646"/>
                  <a:gd name="connsiteY15" fmla="*/ 55563 h 111188"/>
                  <a:gd name="connsiteX16" fmla="*/ 26670 w 92646"/>
                  <a:gd name="connsiteY16" fmla="*/ 86677 h 111188"/>
                  <a:gd name="connsiteX17" fmla="*/ 48133 w 92646"/>
                  <a:gd name="connsiteY17" fmla="*/ 96393 h 111188"/>
                  <a:gd name="connsiteX18" fmla="*/ 65849 w 92646"/>
                  <a:gd name="connsiteY18" fmla="*/ 89852 h 111188"/>
                  <a:gd name="connsiteX19" fmla="*/ 74866 w 92646"/>
                  <a:gd name="connsiteY19" fmla="*/ 69850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2646" h="111188">
                    <a:moveTo>
                      <a:pt x="74930" y="69850"/>
                    </a:moveTo>
                    <a:lnTo>
                      <a:pt x="92646" y="72136"/>
                    </a:lnTo>
                    <a:cubicBezTo>
                      <a:pt x="90678" y="84328"/>
                      <a:pt x="85725" y="93916"/>
                      <a:pt x="77788" y="100838"/>
                    </a:cubicBezTo>
                    <a:cubicBezTo>
                      <a:pt x="69786" y="107759"/>
                      <a:pt x="60008" y="111189"/>
                      <a:pt x="48387" y="111189"/>
                    </a:cubicBezTo>
                    <a:cubicBezTo>
                      <a:pt x="33846" y="111189"/>
                      <a:pt x="22098" y="106426"/>
                      <a:pt x="13271" y="96901"/>
                    </a:cubicBezTo>
                    <a:cubicBezTo>
                      <a:pt x="4445" y="87376"/>
                      <a:pt x="0" y="73723"/>
                      <a:pt x="0" y="56007"/>
                    </a:cubicBezTo>
                    <a:cubicBezTo>
                      <a:pt x="0" y="44514"/>
                      <a:pt x="1905" y="34480"/>
                      <a:pt x="5715" y="25845"/>
                    </a:cubicBezTo>
                    <a:cubicBezTo>
                      <a:pt x="9525" y="17208"/>
                      <a:pt x="15303" y="10795"/>
                      <a:pt x="23114" y="6477"/>
                    </a:cubicBezTo>
                    <a:cubicBezTo>
                      <a:pt x="30861" y="2159"/>
                      <a:pt x="39370" y="0"/>
                      <a:pt x="48514" y="0"/>
                    </a:cubicBezTo>
                    <a:cubicBezTo>
                      <a:pt x="60071" y="0"/>
                      <a:pt x="69533" y="2921"/>
                      <a:pt x="76835" y="8763"/>
                    </a:cubicBezTo>
                    <a:cubicBezTo>
                      <a:pt x="84201" y="14605"/>
                      <a:pt x="88900" y="22923"/>
                      <a:pt x="90932" y="33655"/>
                    </a:cubicBezTo>
                    <a:lnTo>
                      <a:pt x="73406" y="36385"/>
                    </a:lnTo>
                    <a:cubicBezTo>
                      <a:pt x="71755" y="29210"/>
                      <a:pt x="68771" y="23876"/>
                      <a:pt x="64516" y="20257"/>
                    </a:cubicBezTo>
                    <a:cubicBezTo>
                      <a:pt x="60261" y="16637"/>
                      <a:pt x="55182" y="14859"/>
                      <a:pt x="49149" y="14859"/>
                    </a:cubicBezTo>
                    <a:cubicBezTo>
                      <a:pt x="40068" y="14859"/>
                      <a:pt x="32702" y="18097"/>
                      <a:pt x="26988" y="24638"/>
                    </a:cubicBezTo>
                    <a:cubicBezTo>
                      <a:pt x="21336" y="31115"/>
                      <a:pt x="18478" y="41465"/>
                      <a:pt x="18478" y="55563"/>
                    </a:cubicBezTo>
                    <a:cubicBezTo>
                      <a:pt x="18478" y="69659"/>
                      <a:pt x="21209" y="80201"/>
                      <a:pt x="26670" y="86677"/>
                    </a:cubicBezTo>
                    <a:cubicBezTo>
                      <a:pt x="32131" y="93154"/>
                      <a:pt x="39307" y="96393"/>
                      <a:pt x="48133" y="96393"/>
                    </a:cubicBezTo>
                    <a:cubicBezTo>
                      <a:pt x="55182" y="96393"/>
                      <a:pt x="61151" y="94234"/>
                      <a:pt x="65849" y="89852"/>
                    </a:cubicBezTo>
                    <a:cubicBezTo>
                      <a:pt x="70612" y="85534"/>
                      <a:pt x="73596" y="78867"/>
                      <a:pt x="74866" y="6985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6732A14D-F841-76C6-E7CD-82296E536F73}"/>
                  </a:ext>
                </a:extLst>
              </p:cNvPr>
              <p:cNvSpPr/>
              <p:nvPr/>
            </p:nvSpPr>
            <p:spPr>
              <a:xfrm>
                <a:off x="7734109" y="4000817"/>
                <a:ext cx="51879" cy="144970"/>
              </a:xfrm>
              <a:custGeom>
                <a:avLst/>
                <a:gdLst>
                  <a:gd name="connsiteX0" fmla="*/ 49276 w 51879"/>
                  <a:gd name="connsiteY0" fmla="*/ 127445 h 144970"/>
                  <a:gd name="connsiteX1" fmla="*/ 51880 w 51879"/>
                  <a:gd name="connsiteY1" fmla="*/ 143383 h 144970"/>
                  <a:gd name="connsiteX2" fmla="*/ 38291 w 51879"/>
                  <a:gd name="connsiteY2" fmla="*/ 144971 h 144970"/>
                  <a:gd name="connsiteX3" fmla="*/ 23051 w 51879"/>
                  <a:gd name="connsiteY3" fmla="*/ 141859 h 144970"/>
                  <a:gd name="connsiteX4" fmla="*/ 15431 w 51879"/>
                  <a:gd name="connsiteY4" fmla="*/ 133667 h 144970"/>
                  <a:gd name="connsiteX5" fmla="*/ 13208 w 51879"/>
                  <a:gd name="connsiteY5" fmla="*/ 112395 h 144970"/>
                  <a:gd name="connsiteX6" fmla="*/ 13208 w 51879"/>
                  <a:gd name="connsiteY6" fmla="*/ 51181 h 144970"/>
                  <a:gd name="connsiteX7" fmla="*/ 0 w 51879"/>
                  <a:gd name="connsiteY7" fmla="*/ 51181 h 144970"/>
                  <a:gd name="connsiteX8" fmla="*/ 0 w 51879"/>
                  <a:gd name="connsiteY8" fmla="*/ 37148 h 144970"/>
                  <a:gd name="connsiteX9" fmla="*/ 13208 w 51879"/>
                  <a:gd name="connsiteY9" fmla="*/ 37148 h 144970"/>
                  <a:gd name="connsiteX10" fmla="*/ 13208 w 51879"/>
                  <a:gd name="connsiteY10" fmla="*/ 10795 h 144970"/>
                  <a:gd name="connsiteX11" fmla="*/ 31115 w 51879"/>
                  <a:gd name="connsiteY11" fmla="*/ 0 h 144970"/>
                  <a:gd name="connsiteX12" fmla="*/ 31115 w 51879"/>
                  <a:gd name="connsiteY12" fmla="*/ 37148 h 144970"/>
                  <a:gd name="connsiteX13" fmla="*/ 49213 w 51879"/>
                  <a:gd name="connsiteY13" fmla="*/ 37148 h 144970"/>
                  <a:gd name="connsiteX14" fmla="*/ 49213 w 51879"/>
                  <a:gd name="connsiteY14" fmla="*/ 51181 h 144970"/>
                  <a:gd name="connsiteX15" fmla="*/ 31115 w 51879"/>
                  <a:gd name="connsiteY15" fmla="*/ 51181 h 144970"/>
                  <a:gd name="connsiteX16" fmla="*/ 31115 w 51879"/>
                  <a:gd name="connsiteY16" fmla="*/ 113411 h 144970"/>
                  <a:gd name="connsiteX17" fmla="*/ 32068 w 51879"/>
                  <a:gd name="connsiteY17" fmla="*/ 123317 h 144970"/>
                  <a:gd name="connsiteX18" fmla="*/ 35179 w 51879"/>
                  <a:gd name="connsiteY18" fmla="*/ 126810 h 144970"/>
                  <a:gd name="connsiteX19" fmla="*/ 41339 w 51879"/>
                  <a:gd name="connsiteY19" fmla="*/ 128079 h 144970"/>
                  <a:gd name="connsiteX20" fmla="*/ 49276 w 51879"/>
                  <a:gd name="connsiteY20" fmla="*/ 127381 h 144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1879" h="144970">
                    <a:moveTo>
                      <a:pt x="49276" y="127445"/>
                    </a:moveTo>
                    <a:lnTo>
                      <a:pt x="51880" y="143383"/>
                    </a:lnTo>
                    <a:cubicBezTo>
                      <a:pt x="46800" y="144463"/>
                      <a:pt x="42291" y="144971"/>
                      <a:pt x="38291" y="144971"/>
                    </a:cubicBezTo>
                    <a:cubicBezTo>
                      <a:pt x="31750" y="144971"/>
                      <a:pt x="26670" y="143954"/>
                      <a:pt x="23051" y="141859"/>
                    </a:cubicBezTo>
                    <a:cubicBezTo>
                      <a:pt x="19431" y="139764"/>
                      <a:pt x="16891" y="137033"/>
                      <a:pt x="15431" y="133667"/>
                    </a:cubicBezTo>
                    <a:cubicBezTo>
                      <a:pt x="13970" y="130302"/>
                      <a:pt x="13208" y="123190"/>
                      <a:pt x="13208" y="112395"/>
                    </a:cubicBezTo>
                    <a:lnTo>
                      <a:pt x="13208" y="51181"/>
                    </a:lnTo>
                    <a:lnTo>
                      <a:pt x="0" y="51181"/>
                    </a:lnTo>
                    <a:lnTo>
                      <a:pt x="0" y="37148"/>
                    </a:lnTo>
                    <a:lnTo>
                      <a:pt x="13208" y="37148"/>
                    </a:lnTo>
                    <a:lnTo>
                      <a:pt x="13208" y="10795"/>
                    </a:lnTo>
                    <a:lnTo>
                      <a:pt x="31115" y="0"/>
                    </a:lnTo>
                    <a:lnTo>
                      <a:pt x="31115" y="37148"/>
                    </a:lnTo>
                    <a:lnTo>
                      <a:pt x="49213" y="37148"/>
                    </a:lnTo>
                    <a:lnTo>
                      <a:pt x="49213" y="51181"/>
                    </a:lnTo>
                    <a:lnTo>
                      <a:pt x="31115" y="51181"/>
                    </a:lnTo>
                    <a:lnTo>
                      <a:pt x="31115" y="113411"/>
                    </a:lnTo>
                    <a:cubicBezTo>
                      <a:pt x="31115" y="118554"/>
                      <a:pt x="31433" y="121857"/>
                      <a:pt x="32068" y="123317"/>
                    </a:cubicBezTo>
                    <a:cubicBezTo>
                      <a:pt x="32703" y="124778"/>
                      <a:pt x="33719" y="125984"/>
                      <a:pt x="35179" y="126810"/>
                    </a:cubicBezTo>
                    <a:cubicBezTo>
                      <a:pt x="36640" y="127635"/>
                      <a:pt x="38672" y="128079"/>
                      <a:pt x="41339" y="128079"/>
                    </a:cubicBezTo>
                    <a:cubicBezTo>
                      <a:pt x="43371" y="128079"/>
                      <a:pt x="45974" y="127826"/>
                      <a:pt x="49276" y="12738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97621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g2_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8FB322-AEF2-B0D5-4523-275EEA640EB7}"/>
              </a:ext>
            </a:extLst>
          </p:cNvPr>
          <p:cNvSpPr/>
          <p:nvPr userDrawn="1"/>
        </p:nvSpPr>
        <p:spPr>
          <a:xfrm>
            <a:off x="0" y="0"/>
            <a:ext cx="12218670" cy="6877368"/>
          </a:xfrm>
          <a:prstGeom prst="rect">
            <a:avLst/>
          </a:prstGeom>
          <a:solidFill>
            <a:srgbClr val="7200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03500" y="3828605"/>
            <a:ext cx="7239000" cy="276999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Danke . Gracias . </a:t>
            </a:r>
            <a:r>
              <a:rPr lang="en-US" err="1"/>
              <a:t>Arigato</a:t>
            </a:r>
            <a:r>
              <a:rPr lang="en-US"/>
              <a:t> . </a:t>
            </a:r>
            <a:r>
              <a:rPr lang="ar-AE"/>
              <a:t>شكرًا لك </a:t>
            </a:r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77907" y="3070664"/>
            <a:ext cx="5450205" cy="455509"/>
          </a:xfrm>
        </p:spPr>
        <p:txBody>
          <a:bodyPr wrap="square" lIns="0" tIns="0" rIns="0" bIns="0" anchor="ctr">
            <a:spAutoFit/>
          </a:bodyPr>
          <a:lstStyle>
            <a:lvl1pPr marL="0" indent="0" algn="ctr">
              <a:buNone/>
              <a:defRPr sz="3200" b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0B76027-E332-1451-C842-EC002E59BD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03500" y="4408037"/>
            <a:ext cx="7239000" cy="153888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Needs &amp; expectations of Analytical Insights are changing Rapidly 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ACD6570E-B37D-61AB-A283-C8BAAB64EC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00" y="6104979"/>
            <a:ext cx="4472940" cy="338554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We can partner together for greater decision-making speed,</a:t>
            </a:r>
          </a:p>
          <a:p>
            <a:pPr lvl="0"/>
            <a:r>
              <a:rPr lang="en-US"/>
              <a:t>And help you make the changes 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38B98EDE-92AF-B69E-1BC5-E55411B74C2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20199" y="6020341"/>
            <a:ext cx="2603501" cy="246221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United States | United Kingdom | India | United Arab Emirates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1EDA292F-17B8-2EAE-B1F7-E35BF5DC67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20199" y="6267598"/>
            <a:ext cx="2603501" cy="123110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www.c5i.ai</a:t>
            </a:r>
          </a:p>
        </p:txBody>
      </p:sp>
      <p:grpSp>
        <p:nvGrpSpPr>
          <p:cNvPr id="3" name="Graphic 8">
            <a:extLst>
              <a:ext uri="{FF2B5EF4-FFF2-40B4-BE49-F238E27FC236}">
                <a16:creationId xmlns:a16="http://schemas.microsoft.com/office/drawing/2014/main" id="{0FD15D7C-E438-464C-5B31-09C5A98116C7}"/>
              </a:ext>
            </a:extLst>
          </p:cNvPr>
          <p:cNvGrpSpPr/>
          <p:nvPr userDrawn="1"/>
        </p:nvGrpSpPr>
        <p:grpSpPr>
          <a:xfrm>
            <a:off x="4741200" y="1101600"/>
            <a:ext cx="2714400" cy="1396800"/>
            <a:chOff x="4401883" y="2441257"/>
            <a:chExt cx="3385629" cy="1744027"/>
          </a:xfrm>
          <a:solidFill>
            <a:srgbClr val="FFFFFF"/>
          </a:solidFill>
        </p:grpSpPr>
        <p:grpSp>
          <p:nvGrpSpPr>
            <p:cNvPr id="5" name="Graphic 8">
              <a:extLst>
                <a:ext uri="{FF2B5EF4-FFF2-40B4-BE49-F238E27FC236}">
                  <a16:creationId xmlns:a16="http://schemas.microsoft.com/office/drawing/2014/main" id="{E11C5249-8214-0B4B-D8A9-44B60EF6DBD5}"/>
                </a:ext>
              </a:extLst>
            </p:cNvPr>
            <p:cNvGrpSpPr/>
            <p:nvPr/>
          </p:nvGrpSpPr>
          <p:grpSpPr>
            <a:xfrm>
              <a:off x="4401883" y="2441257"/>
              <a:ext cx="3385629" cy="1743900"/>
              <a:chOff x="4401883" y="2441257"/>
              <a:chExt cx="3385629" cy="1743900"/>
            </a:xfrm>
            <a:solidFill>
              <a:srgbClr val="FFFFFF"/>
            </a:solidFill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0A8C760-3445-4E81-5FEE-54BD9E35F5EC}"/>
                  </a:ext>
                </a:extLst>
              </p:cNvPr>
              <p:cNvSpPr/>
              <p:nvPr/>
            </p:nvSpPr>
            <p:spPr>
              <a:xfrm>
                <a:off x="4401883" y="2441257"/>
                <a:ext cx="1317688" cy="1743900"/>
              </a:xfrm>
              <a:custGeom>
                <a:avLst/>
                <a:gdLst>
                  <a:gd name="connsiteX0" fmla="*/ 1317689 w 1317688"/>
                  <a:gd name="connsiteY0" fmla="*/ 871982 h 1743900"/>
                  <a:gd name="connsiteX1" fmla="*/ 1317689 w 1317688"/>
                  <a:gd name="connsiteY1" fmla="*/ 443992 h 1743900"/>
                  <a:gd name="connsiteX2" fmla="*/ 1308989 w 1317688"/>
                  <a:gd name="connsiteY2" fmla="*/ 427990 h 1743900"/>
                  <a:gd name="connsiteX3" fmla="*/ 886587 w 1317688"/>
                  <a:gd name="connsiteY3" fmla="*/ 5588 h 1743900"/>
                  <a:gd name="connsiteX4" fmla="*/ 873125 w 1317688"/>
                  <a:gd name="connsiteY4" fmla="*/ 0 h 1743900"/>
                  <a:gd name="connsiteX5" fmla="*/ 446977 w 1317688"/>
                  <a:gd name="connsiteY5" fmla="*/ 0 h 1743900"/>
                  <a:gd name="connsiteX6" fmla="*/ 445706 w 1317688"/>
                  <a:gd name="connsiteY6" fmla="*/ 127 h 1743900"/>
                  <a:gd name="connsiteX7" fmla="*/ 445516 w 1317688"/>
                  <a:gd name="connsiteY7" fmla="*/ 127 h 1743900"/>
                  <a:gd name="connsiteX8" fmla="*/ 443992 w 1317688"/>
                  <a:gd name="connsiteY8" fmla="*/ 0 h 1743900"/>
                  <a:gd name="connsiteX9" fmla="*/ 424942 w 1317688"/>
                  <a:gd name="connsiteY9" fmla="*/ 19050 h 1743900"/>
                  <a:gd name="connsiteX10" fmla="*/ 424942 w 1317688"/>
                  <a:gd name="connsiteY10" fmla="*/ 437324 h 1743900"/>
                  <a:gd name="connsiteX11" fmla="*/ 5588 w 1317688"/>
                  <a:gd name="connsiteY11" fmla="*/ 856678 h 1743900"/>
                  <a:gd name="connsiteX12" fmla="*/ 0 w 1317688"/>
                  <a:gd name="connsiteY12" fmla="*/ 870140 h 1743900"/>
                  <a:gd name="connsiteX13" fmla="*/ 0 w 1317688"/>
                  <a:gd name="connsiteY13" fmla="*/ 1298384 h 1743900"/>
                  <a:gd name="connsiteX14" fmla="*/ 0 w 1317688"/>
                  <a:gd name="connsiteY14" fmla="*/ 1299020 h 1743900"/>
                  <a:gd name="connsiteX15" fmla="*/ 0 w 1317688"/>
                  <a:gd name="connsiteY15" fmla="*/ 1299146 h 1743900"/>
                  <a:gd name="connsiteX16" fmla="*/ 0 w 1317688"/>
                  <a:gd name="connsiteY16" fmla="*/ 1299908 h 1743900"/>
                  <a:gd name="connsiteX17" fmla="*/ 19050 w 1317688"/>
                  <a:gd name="connsiteY17" fmla="*/ 1318958 h 1743900"/>
                  <a:gd name="connsiteX18" fmla="*/ 438468 w 1317688"/>
                  <a:gd name="connsiteY18" fmla="*/ 1318958 h 1743900"/>
                  <a:gd name="connsiteX19" fmla="*/ 857821 w 1317688"/>
                  <a:gd name="connsiteY19" fmla="*/ 1738313 h 1743900"/>
                  <a:gd name="connsiteX20" fmla="*/ 871347 w 1317688"/>
                  <a:gd name="connsiteY20" fmla="*/ 1743901 h 1743900"/>
                  <a:gd name="connsiteX21" fmla="*/ 1298067 w 1317688"/>
                  <a:gd name="connsiteY21" fmla="*/ 1743901 h 1743900"/>
                  <a:gd name="connsiteX22" fmla="*/ 1301115 w 1317688"/>
                  <a:gd name="connsiteY22" fmla="*/ 1743646 h 1743900"/>
                  <a:gd name="connsiteX23" fmla="*/ 1301750 w 1317688"/>
                  <a:gd name="connsiteY23" fmla="*/ 1743520 h 1743900"/>
                  <a:gd name="connsiteX24" fmla="*/ 1302956 w 1317688"/>
                  <a:gd name="connsiteY24" fmla="*/ 1743202 h 1743900"/>
                  <a:gd name="connsiteX25" fmla="*/ 1305370 w 1317688"/>
                  <a:gd name="connsiteY25" fmla="*/ 1742440 h 1743900"/>
                  <a:gd name="connsiteX26" fmla="*/ 1305496 w 1317688"/>
                  <a:gd name="connsiteY26" fmla="*/ 1742377 h 1743900"/>
                  <a:gd name="connsiteX27" fmla="*/ 1307783 w 1317688"/>
                  <a:gd name="connsiteY27" fmla="*/ 1741233 h 1743900"/>
                  <a:gd name="connsiteX28" fmla="*/ 1308037 w 1317688"/>
                  <a:gd name="connsiteY28" fmla="*/ 1741107 h 1743900"/>
                  <a:gd name="connsiteX29" fmla="*/ 1310196 w 1317688"/>
                  <a:gd name="connsiteY29" fmla="*/ 1739519 h 1743900"/>
                  <a:gd name="connsiteX30" fmla="*/ 1311783 w 1317688"/>
                  <a:gd name="connsiteY30" fmla="*/ 1737995 h 1743900"/>
                  <a:gd name="connsiteX31" fmla="*/ 1312609 w 1317688"/>
                  <a:gd name="connsiteY31" fmla="*/ 1737106 h 1743900"/>
                  <a:gd name="connsiteX32" fmla="*/ 1313942 w 1317688"/>
                  <a:gd name="connsiteY32" fmla="*/ 1735391 h 1743900"/>
                  <a:gd name="connsiteX33" fmla="*/ 1315149 w 1317688"/>
                  <a:gd name="connsiteY33" fmla="*/ 1733169 h 1743900"/>
                  <a:gd name="connsiteX34" fmla="*/ 1316228 w 1317688"/>
                  <a:gd name="connsiteY34" fmla="*/ 1730502 h 1743900"/>
                  <a:gd name="connsiteX35" fmla="*/ 1316546 w 1317688"/>
                  <a:gd name="connsiteY35" fmla="*/ 1729359 h 1743900"/>
                  <a:gd name="connsiteX36" fmla="*/ 1316799 w 1317688"/>
                  <a:gd name="connsiteY36" fmla="*/ 1728343 h 1743900"/>
                  <a:gd name="connsiteX37" fmla="*/ 1316990 w 1317688"/>
                  <a:gd name="connsiteY37" fmla="*/ 1726756 h 1743900"/>
                  <a:gd name="connsiteX38" fmla="*/ 1317117 w 1317688"/>
                  <a:gd name="connsiteY38" fmla="*/ 1724851 h 1743900"/>
                  <a:gd name="connsiteX39" fmla="*/ 1317117 w 1317688"/>
                  <a:gd name="connsiteY39" fmla="*/ 1298067 h 1743900"/>
                  <a:gd name="connsiteX40" fmla="*/ 1311529 w 1317688"/>
                  <a:gd name="connsiteY40" fmla="*/ 1284605 h 1743900"/>
                  <a:gd name="connsiteX41" fmla="*/ 917956 w 1317688"/>
                  <a:gd name="connsiteY41" fmla="*/ 891032 h 1743900"/>
                  <a:gd name="connsiteX42" fmla="*/ 1298639 w 1317688"/>
                  <a:gd name="connsiteY42" fmla="*/ 891032 h 1743900"/>
                  <a:gd name="connsiteX43" fmla="*/ 1317689 w 1317688"/>
                  <a:gd name="connsiteY43" fmla="*/ 871982 h 1743900"/>
                  <a:gd name="connsiteX44" fmla="*/ 853503 w 1317688"/>
                  <a:gd name="connsiteY44" fmla="*/ 852932 h 1743900"/>
                  <a:gd name="connsiteX45" fmla="*/ 465455 w 1317688"/>
                  <a:gd name="connsiteY45" fmla="*/ 852932 h 1743900"/>
                  <a:gd name="connsiteX46" fmla="*/ 465455 w 1317688"/>
                  <a:gd name="connsiteY46" fmla="*/ 463042 h 1743900"/>
                  <a:gd name="connsiteX47" fmla="*/ 853503 w 1317688"/>
                  <a:gd name="connsiteY47" fmla="*/ 463042 h 1743900"/>
                  <a:gd name="connsiteX48" fmla="*/ 853503 w 1317688"/>
                  <a:gd name="connsiteY48" fmla="*/ 852932 h 1743900"/>
                  <a:gd name="connsiteX49" fmla="*/ 463042 w 1317688"/>
                  <a:gd name="connsiteY49" fmla="*/ 424942 h 1743900"/>
                  <a:gd name="connsiteX50" fmla="*/ 463042 w 1317688"/>
                  <a:gd name="connsiteY50" fmla="*/ 62103 h 1743900"/>
                  <a:gd name="connsiteX51" fmla="*/ 825944 w 1317688"/>
                  <a:gd name="connsiteY51" fmla="*/ 424942 h 1743900"/>
                  <a:gd name="connsiteX52" fmla="*/ 463042 w 1317688"/>
                  <a:gd name="connsiteY52" fmla="*/ 424942 h 1743900"/>
                  <a:gd name="connsiteX53" fmla="*/ 865251 w 1317688"/>
                  <a:gd name="connsiteY53" fmla="*/ 38100 h 1743900"/>
                  <a:gd name="connsiteX54" fmla="*/ 1252093 w 1317688"/>
                  <a:gd name="connsiteY54" fmla="*/ 424942 h 1743900"/>
                  <a:gd name="connsiteX55" fmla="*/ 879793 w 1317688"/>
                  <a:gd name="connsiteY55" fmla="*/ 424942 h 1743900"/>
                  <a:gd name="connsiteX56" fmla="*/ 492950 w 1317688"/>
                  <a:gd name="connsiteY56" fmla="*/ 38100 h 1743900"/>
                  <a:gd name="connsiteX57" fmla="*/ 865251 w 1317688"/>
                  <a:gd name="connsiteY57" fmla="*/ 38100 h 1743900"/>
                  <a:gd name="connsiteX58" fmla="*/ 38100 w 1317688"/>
                  <a:gd name="connsiteY58" fmla="*/ 878014 h 1743900"/>
                  <a:gd name="connsiteX59" fmla="*/ 427355 w 1317688"/>
                  <a:gd name="connsiteY59" fmla="*/ 488760 h 1743900"/>
                  <a:gd name="connsiteX60" fmla="*/ 427355 w 1317688"/>
                  <a:gd name="connsiteY60" fmla="*/ 863155 h 1743900"/>
                  <a:gd name="connsiteX61" fmla="*/ 38100 w 1317688"/>
                  <a:gd name="connsiteY61" fmla="*/ 1252410 h 1743900"/>
                  <a:gd name="connsiteX62" fmla="*/ 38100 w 1317688"/>
                  <a:gd name="connsiteY62" fmla="*/ 878014 h 1743900"/>
                  <a:gd name="connsiteX63" fmla="*/ 427355 w 1317688"/>
                  <a:gd name="connsiteY63" fmla="*/ 917003 h 1743900"/>
                  <a:gd name="connsiteX64" fmla="*/ 427355 w 1317688"/>
                  <a:gd name="connsiteY64" fmla="*/ 1280858 h 1743900"/>
                  <a:gd name="connsiteX65" fmla="*/ 63500 w 1317688"/>
                  <a:gd name="connsiteY65" fmla="*/ 1280858 h 1743900"/>
                  <a:gd name="connsiteX66" fmla="*/ 427355 w 1317688"/>
                  <a:gd name="connsiteY66" fmla="*/ 917003 h 1743900"/>
                  <a:gd name="connsiteX67" fmla="*/ 879221 w 1317688"/>
                  <a:gd name="connsiteY67" fmla="*/ 1705801 h 1743900"/>
                  <a:gd name="connsiteX68" fmla="*/ 492379 w 1317688"/>
                  <a:gd name="connsiteY68" fmla="*/ 1318958 h 1743900"/>
                  <a:gd name="connsiteX69" fmla="*/ 865251 w 1317688"/>
                  <a:gd name="connsiteY69" fmla="*/ 1318958 h 1743900"/>
                  <a:gd name="connsiteX70" fmla="*/ 1252093 w 1317688"/>
                  <a:gd name="connsiteY70" fmla="*/ 1705801 h 1743900"/>
                  <a:gd name="connsiteX71" fmla="*/ 879221 w 1317688"/>
                  <a:gd name="connsiteY71" fmla="*/ 1705801 h 1743900"/>
                  <a:gd name="connsiteX72" fmla="*/ 1279017 w 1317688"/>
                  <a:gd name="connsiteY72" fmla="*/ 1306004 h 1743900"/>
                  <a:gd name="connsiteX73" fmla="*/ 1279017 w 1317688"/>
                  <a:gd name="connsiteY73" fmla="*/ 1678813 h 1743900"/>
                  <a:gd name="connsiteX74" fmla="*/ 891603 w 1317688"/>
                  <a:gd name="connsiteY74" fmla="*/ 1291463 h 1743900"/>
                  <a:gd name="connsiteX75" fmla="*/ 891603 w 1317688"/>
                  <a:gd name="connsiteY75" fmla="*/ 918591 h 1743900"/>
                  <a:gd name="connsiteX76" fmla="*/ 1279017 w 1317688"/>
                  <a:gd name="connsiteY76" fmla="*/ 1306004 h 1743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1317688" h="1743900">
                    <a:moveTo>
                      <a:pt x="1317689" y="871982"/>
                    </a:moveTo>
                    <a:lnTo>
                      <a:pt x="1317689" y="443992"/>
                    </a:lnTo>
                    <a:cubicBezTo>
                      <a:pt x="1317689" y="437324"/>
                      <a:pt x="1314259" y="431419"/>
                      <a:pt x="1308989" y="427990"/>
                    </a:cubicBezTo>
                    <a:lnTo>
                      <a:pt x="886587" y="5588"/>
                    </a:lnTo>
                    <a:cubicBezTo>
                      <a:pt x="883031" y="2032"/>
                      <a:pt x="878205" y="0"/>
                      <a:pt x="873125" y="0"/>
                    </a:cubicBezTo>
                    <a:lnTo>
                      <a:pt x="446977" y="0"/>
                    </a:lnTo>
                    <a:cubicBezTo>
                      <a:pt x="446532" y="0"/>
                      <a:pt x="446151" y="0"/>
                      <a:pt x="445706" y="127"/>
                    </a:cubicBezTo>
                    <a:cubicBezTo>
                      <a:pt x="445643" y="63"/>
                      <a:pt x="445580" y="63"/>
                      <a:pt x="445516" y="127"/>
                    </a:cubicBezTo>
                    <a:cubicBezTo>
                      <a:pt x="445008" y="0"/>
                      <a:pt x="444500" y="0"/>
                      <a:pt x="443992" y="0"/>
                    </a:cubicBezTo>
                    <a:cubicBezTo>
                      <a:pt x="433451" y="0"/>
                      <a:pt x="424942" y="8572"/>
                      <a:pt x="424942" y="19050"/>
                    </a:cubicBezTo>
                    <a:lnTo>
                      <a:pt x="424942" y="437324"/>
                    </a:lnTo>
                    <a:lnTo>
                      <a:pt x="5588" y="856678"/>
                    </a:lnTo>
                    <a:cubicBezTo>
                      <a:pt x="2032" y="860234"/>
                      <a:pt x="0" y="865060"/>
                      <a:pt x="0" y="870140"/>
                    </a:cubicBezTo>
                    <a:lnTo>
                      <a:pt x="0" y="1298384"/>
                    </a:lnTo>
                    <a:cubicBezTo>
                      <a:pt x="0" y="1298384"/>
                      <a:pt x="0" y="1298829"/>
                      <a:pt x="0" y="1299020"/>
                    </a:cubicBezTo>
                    <a:lnTo>
                      <a:pt x="0" y="1299146"/>
                    </a:lnTo>
                    <a:cubicBezTo>
                      <a:pt x="0" y="1299146"/>
                      <a:pt x="0" y="1299654"/>
                      <a:pt x="0" y="1299908"/>
                    </a:cubicBezTo>
                    <a:cubicBezTo>
                      <a:pt x="0" y="1310450"/>
                      <a:pt x="8509" y="1318958"/>
                      <a:pt x="19050" y="1318958"/>
                    </a:cubicBezTo>
                    <a:lnTo>
                      <a:pt x="438468" y="1318958"/>
                    </a:lnTo>
                    <a:lnTo>
                      <a:pt x="857821" y="1738313"/>
                    </a:lnTo>
                    <a:cubicBezTo>
                      <a:pt x="861441" y="1741869"/>
                      <a:pt x="866267" y="1743901"/>
                      <a:pt x="871347" y="1743901"/>
                    </a:cubicBezTo>
                    <a:lnTo>
                      <a:pt x="1298067" y="1743901"/>
                    </a:lnTo>
                    <a:cubicBezTo>
                      <a:pt x="1299083" y="1743901"/>
                      <a:pt x="1300099" y="1743837"/>
                      <a:pt x="1301115" y="1743646"/>
                    </a:cubicBezTo>
                    <a:cubicBezTo>
                      <a:pt x="1301369" y="1743646"/>
                      <a:pt x="1301559" y="1743646"/>
                      <a:pt x="1301750" y="1743520"/>
                    </a:cubicBezTo>
                    <a:cubicBezTo>
                      <a:pt x="1302131" y="1743456"/>
                      <a:pt x="1302575" y="1743392"/>
                      <a:pt x="1302956" y="1743202"/>
                    </a:cubicBezTo>
                    <a:cubicBezTo>
                      <a:pt x="1303782" y="1743012"/>
                      <a:pt x="1304608" y="1742758"/>
                      <a:pt x="1305370" y="1742440"/>
                    </a:cubicBezTo>
                    <a:cubicBezTo>
                      <a:pt x="1305433" y="1742440"/>
                      <a:pt x="1305433" y="1742377"/>
                      <a:pt x="1305496" y="1742377"/>
                    </a:cubicBezTo>
                    <a:cubicBezTo>
                      <a:pt x="1306322" y="1742059"/>
                      <a:pt x="1307084" y="1741678"/>
                      <a:pt x="1307783" y="1741233"/>
                    </a:cubicBezTo>
                    <a:cubicBezTo>
                      <a:pt x="1307909" y="1741170"/>
                      <a:pt x="1307973" y="1741107"/>
                      <a:pt x="1308037" y="1741107"/>
                    </a:cubicBezTo>
                    <a:cubicBezTo>
                      <a:pt x="1308799" y="1740598"/>
                      <a:pt x="1309497" y="1740090"/>
                      <a:pt x="1310196" y="1739519"/>
                    </a:cubicBezTo>
                    <a:cubicBezTo>
                      <a:pt x="1310767" y="1739075"/>
                      <a:pt x="1311275" y="1738566"/>
                      <a:pt x="1311783" y="1737995"/>
                    </a:cubicBezTo>
                    <a:cubicBezTo>
                      <a:pt x="1312100" y="1737741"/>
                      <a:pt x="1312355" y="1737423"/>
                      <a:pt x="1312609" y="1737106"/>
                    </a:cubicBezTo>
                    <a:cubicBezTo>
                      <a:pt x="1313117" y="1736598"/>
                      <a:pt x="1313498" y="1736027"/>
                      <a:pt x="1313942" y="1735391"/>
                    </a:cubicBezTo>
                    <a:cubicBezTo>
                      <a:pt x="1314387" y="1734693"/>
                      <a:pt x="1314831" y="1733931"/>
                      <a:pt x="1315149" y="1733169"/>
                    </a:cubicBezTo>
                    <a:cubicBezTo>
                      <a:pt x="1315593" y="1732280"/>
                      <a:pt x="1315974" y="1731391"/>
                      <a:pt x="1316228" y="1730502"/>
                    </a:cubicBezTo>
                    <a:cubicBezTo>
                      <a:pt x="1316355" y="1730121"/>
                      <a:pt x="1316482" y="1729740"/>
                      <a:pt x="1316546" y="1729359"/>
                    </a:cubicBezTo>
                    <a:cubicBezTo>
                      <a:pt x="1316673" y="1729041"/>
                      <a:pt x="1316736" y="1728660"/>
                      <a:pt x="1316799" y="1728343"/>
                    </a:cubicBezTo>
                    <a:cubicBezTo>
                      <a:pt x="1316863" y="1727835"/>
                      <a:pt x="1316990" y="1727264"/>
                      <a:pt x="1316990" y="1726756"/>
                    </a:cubicBezTo>
                    <a:cubicBezTo>
                      <a:pt x="1316990" y="1726121"/>
                      <a:pt x="1317117" y="1725485"/>
                      <a:pt x="1317117" y="1724851"/>
                    </a:cubicBezTo>
                    <a:lnTo>
                      <a:pt x="1317117" y="1298067"/>
                    </a:lnTo>
                    <a:cubicBezTo>
                      <a:pt x="1317117" y="1293051"/>
                      <a:pt x="1315085" y="1288161"/>
                      <a:pt x="1311529" y="1284605"/>
                    </a:cubicBezTo>
                    <a:lnTo>
                      <a:pt x="917956" y="891032"/>
                    </a:lnTo>
                    <a:lnTo>
                      <a:pt x="1298639" y="891032"/>
                    </a:lnTo>
                    <a:cubicBezTo>
                      <a:pt x="1309180" y="891032"/>
                      <a:pt x="1317689" y="882459"/>
                      <a:pt x="1317689" y="871982"/>
                    </a:cubicBezTo>
                    <a:close/>
                    <a:moveTo>
                      <a:pt x="853503" y="852932"/>
                    </a:moveTo>
                    <a:lnTo>
                      <a:pt x="465455" y="852932"/>
                    </a:lnTo>
                    <a:lnTo>
                      <a:pt x="465455" y="463042"/>
                    </a:lnTo>
                    <a:lnTo>
                      <a:pt x="853503" y="463042"/>
                    </a:lnTo>
                    <a:lnTo>
                      <a:pt x="853503" y="852932"/>
                    </a:lnTo>
                    <a:close/>
                    <a:moveTo>
                      <a:pt x="463042" y="424942"/>
                    </a:moveTo>
                    <a:lnTo>
                      <a:pt x="463042" y="62103"/>
                    </a:lnTo>
                    <a:lnTo>
                      <a:pt x="825944" y="424942"/>
                    </a:lnTo>
                    <a:lnTo>
                      <a:pt x="463042" y="424942"/>
                    </a:lnTo>
                    <a:close/>
                    <a:moveTo>
                      <a:pt x="865251" y="38100"/>
                    </a:moveTo>
                    <a:lnTo>
                      <a:pt x="1252093" y="424942"/>
                    </a:lnTo>
                    <a:lnTo>
                      <a:pt x="879793" y="424942"/>
                    </a:lnTo>
                    <a:lnTo>
                      <a:pt x="492950" y="38100"/>
                    </a:lnTo>
                    <a:lnTo>
                      <a:pt x="865251" y="38100"/>
                    </a:lnTo>
                    <a:close/>
                    <a:moveTo>
                      <a:pt x="38100" y="878014"/>
                    </a:moveTo>
                    <a:lnTo>
                      <a:pt x="427355" y="488760"/>
                    </a:lnTo>
                    <a:lnTo>
                      <a:pt x="427355" y="863155"/>
                    </a:lnTo>
                    <a:lnTo>
                      <a:pt x="38100" y="1252410"/>
                    </a:lnTo>
                    <a:lnTo>
                      <a:pt x="38100" y="878014"/>
                    </a:lnTo>
                    <a:close/>
                    <a:moveTo>
                      <a:pt x="427355" y="917003"/>
                    </a:moveTo>
                    <a:lnTo>
                      <a:pt x="427355" y="1280858"/>
                    </a:lnTo>
                    <a:lnTo>
                      <a:pt x="63500" y="1280858"/>
                    </a:lnTo>
                    <a:lnTo>
                      <a:pt x="427355" y="917003"/>
                    </a:lnTo>
                    <a:close/>
                    <a:moveTo>
                      <a:pt x="879221" y="1705801"/>
                    </a:moveTo>
                    <a:lnTo>
                      <a:pt x="492379" y="1318958"/>
                    </a:lnTo>
                    <a:lnTo>
                      <a:pt x="865251" y="1318958"/>
                    </a:lnTo>
                    <a:lnTo>
                      <a:pt x="1252093" y="1705801"/>
                    </a:lnTo>
                    <a:lnTo>
                      <a:pt x="879221" y="1705801"/>
                    </a:lnTo>
                    <a:close/>
                    <a:moveTo>
                      <a:pt x="1279017" y="1306004"/>
                    </a:moveTo>
                    <a:lnTo>
                      <a:pt x="1279017" y="1678813"/>
                    </a:lnTo>
                    <a:lnTo>
                      <a:pt x="891603" y="1291463"/>
                    </a:lnTo>
                    <a:lnTo>
                      <a:pt x="891603" y="918591"/>
                    </a:lnTo>
                    <a:lnTo>
                      <a:pt x="1279017" y="1306004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0" name="Graphic 8">
                <a:extLst>
                  <a:ext uri="{FF2B5EF4-FFF2-40B4-BE49-F238E27FC236}">
                    <a16:creationId xmlns:a16="http://schemas.microsoft.com/office/drawing/2014/main" id="{1B3DBBF6-01FA-1C80-F13C-1AB7EA467F15}"/>
                  </a:ext>
                </a:extLst>
              </p:cNvPr>
              <p:cNvGrpSpPr/>
              <p:nvPr/>
            </p:nvGrpSpPr>
            <p:grpSpPr>
              <a:xfrm>
                <a:off x="5972619" y="2968180"/>
                <a:ext cx="1814893" cy="905764"/>
                <a:chOff x="5972619" y="2968180"/>
                <a:chExt cx="1814893" cy="905764"/>
              </a:xfrm>
              <a:solidFill>
                <a:srgbClr val="FFFFFF"/>
              </a:solidFill>
            </p:grpSpPr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55896B4C-3723-8BF0-2E75-5A884548AB88}"/>
                    </a:ext>
                  </a:extLst>
                </p:cNvPr>
                <p:cNvSpPr/>
                <p:nvPr/>
              </p:nvSpPr>
              <p:spPr>
                <a:xfrm>
                  <a:off x="5972619" y="2968180"/>
                  <a:ext cx="742124" cy="886523"/>
                </a:xfrm>
                <a:custGeom>
                  <a:avLst/>
                  <a:gdLst>
                    <a:gd name="connsiteX0" fmla="*/ 0 w 742124"/>
                    <a:gd name="connsiteY0" fmla="*/ 258382 h 886523"/>
                    <a:gd name="connsiteX1" fmla="*/ 0 w 742124"/>
                    <a:gd name="connsiteY1" fmla="*/ 692785 h 886523"/>
                    <a:gd name="connsiteX2" fmla="*/ 13907 w 742124"/>
                    <a:gd name="connsiteY2" fmla="*/ 770636 h 886523"/>
                    <a:gd name="connsiteX3" fmla="*/ 52578 w 742124"/>
                    <a:gd name="connsiteY3" fmla="*/ 832104 h 886523"/>
                    <a:gd name="connsiteX4" fmla="*/ 109538 w 742124"/>
                    <a:gd name="connsiteY4" fmla="*/ 871982 h 886523"/>
                    <a:gd name="connsiteX5" fmla="*/ 177292 w 742124"/>
                    <a:gd name="connsiteY5" fmla="*/ 886523 h 886523"/>
                    <a:gd name="connsiteX6" fmla="*/ 548386 w 742124"/>
                    <a:gd name="connsiteY6" fmla="*/ 886523 h 886523"/>
                    <a:gd name="connsiteX7" fmla="*/ 619315 w 742124"/>
                    <a:gd name="connsiteY7" fmla="*/ 871982 h 886523"/>
                    <a:gd name="connsiteX8" fmla="*/ 681355 w 742124"/>
                    <a:gd name="connsiteY8" fmla="*/ 832104 h 886523"/>
                    <a:gd name="connsiteX9" fmla="*/ 725678 w 742124"/>
                    <a:gd name="connsiteY9" fmla="*/ 770636 h 886523"/>
                    <a:gd name="connsiteX10" fmla="*/ 742125 w 742124"/>
                    <a:gd name="connsiteY10" fmla="*/ 692785 h 886523"/>
                    <a:gd name="connsiteX11" fmla="*/ 742125 w 742124"/>
                    <a:gd name="connsiteY11" fmla="*/ 653860 h 886523"/>
                    <a:gd name="connsiteX12" fmla="*/ 612965 w 742124"/>
                    <a:gd name="connsiteY12" fmla="*/ 653860 h 886523"/>
                    <a:gd name="connsiteX13" fmla="*/ 612965 w 742124"/>
                    <a:gd name="connsiteY13" fmla="*/ 692785 h 886523"/>
                    <a:gd name="connsiteX14" fmla="*/ 592709 w 742124"/>
                    <a:gd name="connsiteY14" fmla="*/ 737743 h 886523"/>
                    <a:gd name="connsiteX15" fmla="*/ 548386 w 742124"/>
                    <a:gd name="connsiteY15" fmla="*/ 757365 h 886523"/>
                    <a:gd name="connsiteX16" fmla="*/ 177292 w 742124"/>
                    <a:gd name="connsiteY16" fmla="*/ 757365 h 886523"/>
                    <a:gd name="connsiteX17" fmla="*/ 141224 w 742124"/>
                    <a:gd name="connsiteY17" fmla="*/ 737743 h 886523"/>
                    <a:gd name="connsiteX18" fmla="*/ 129159 w 742124"/>
                    <a:gd name="connsiteY18" fmla="*/ 692785 h 886523"/>
                    <a:gd name="connsiteX19" fmla="*/ 129159 w 742124"/>
                    <a:gd name="connsiteY19" fmla="*/ 129159 h 886523"/>
                    <a:gd name="connsiteX20" fmla="*/ 0 w 742124"/>
                    <a:gd name="connsiteY20" fmla="*/ 258382 h 886523"/>
                    <a:gd name="connsiteX21" fmla="*/ 742125 w 742124"/>
                    <a:gd name="connsiteY21" fmla="*/ 321691 h 886523"/>
                    <a:gd name="connsiteX22" fmla="*/ 742125 w 742124"/>
                    <a:gd name="connsiteY22" fmla="*/ 193802 h 886523"/>
                    <a:gd name="connsiteX23" fmla="*/ 727583 w 742124"/>
                    <a:gd name="connsiteY23" fmla="*/ 115888 h 886523"/>
                    <a:gd name="connsiteX24" fmla="*/ 687705 w 742124"/>
                    <a:gd name="connsiteY24" fmla="*/ 54483 h 886523"/>
                    <a:gd name="connsiteX25" fmla="*/ 626237 w 742124"/>
                    <a:gd name="connsiteY25" fmla="*/ 14542 h 886523"/>
                    <a:gd name="connsiteX26" fmla="*/ 548386 w 742124"/>
                    <a:gd name="connsiteY26" fmla="*/ 0 h 886523"/>
                    <a:gd name="connsiteX27" fmla="*/ 258318 w 742124"/>
                    <a:gd name="connsiteY27" fmla="*/ 0 h 886523"/>
                    <a:gd name="connsiteX28" fmla="*/ 167005 w 742124"/>
                    <a:gd name="connsiteY28" fmla="*/ 37846 h 886523"/>
                    <a:gd name="connsiteX29" fmla="*/ 129159 w 742124"/>
                    <a:gd name="connsiteY29" fmla="*/ 129159 h 886523"/>
                    <a:gd name="connsiteX30" fmla="*/ 548386 w 742124"/>
                    <a:gd name="connsiteY30" fmla="*/ 129159 h 886523"/>
                    <a:gd name="connsiteX31" fmla="*/ 592709 w 742124"/>
                    <a:gd name="connsiteY31" fmla="*/ 148844 h 886523"/>
                    <a:gd name="connsiteX32" fmla="*/ 612965 w 742124"/>
                    <a:gd name="connsiteY32" fmla="*/ 193802 h 886523"/>
                    <a:gd name="connsiteX33" fmla="*/ 612965 w 742124"/>
                    <a:gd name="connsiteY33" fmla="*/ 321691 h 886523"/>
                    <a:gd name="connsiteX34" fmla="*/ 742125 w 742124"/>
                    <a:gd name="connsiteY34" fmla="*/ 321691 h 8865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742124" h="886523">
                      <a:moveTo>
                        <a:pt x="0" y="258382"/>
                      </a:moveTo>
                      <a:lnTo>
                        <a:pt x="0" y="692785"/>
                      </a:lnTo>
                      <a:cubicBezTo>
                        <a:pt x="0" y="720598"/>
                        <a:pt x="4635" y="746570"/>
                        <a:pt x="13907" y="770636"/>
                      </a:cubicBezTo>
                      <a:cubicBezTo>
                        <a:pt x="23177" y="794703"/>
                        <a:pt x="36068" y="815213"/>
                        <a:pt x="52578" y="832104"/>
                      </a:cubicBezTo>
                      <a:cubicBezTo>
                        <a:pt x="69024" y="848995"/>
                        <a:pt x="88011" y="862266"/>
                        <a:pt x="109538" y="871982"/>
                      </a:cubicBezTo>
                      <a:cubicBezTo>
                        <a:pt x="131064" y="881698"/>
                        <a:pt x="153670" y="886523"/>
                        <a:pt x="177292" y="886523"/>
                      </a:cubicBezTo>
                      <a:lnTo>
                        <a:pt x="548386" y="886523"/>
                      </a:lnTo>
                      <a:cubicBezTo>
                        <a:pt x="572834" y="886523"/>
                        <a:pt x="596519" y="881698"/>
                        <a:pt x="619315" y="871982"/>
                      </a:cubicBezTo>
                      <a:cubicBezTo>
                        <a:pt x="642112" y="862266"/>
                        <a:pt x="662750" y="848995"/>
                        <a:pt x="681355" y="832104"/>
                      </a:cubicBezTo>
                      <a:cubicBezTo>
                        <a:pt x="699897" y="815213"/>
                        <a:pt x="714692" y="794703"/>
                        <a:pt x="725678" y="770636"/>
                      </a:cubicBezTo>
                      <a:cubicBezTo>
                        <a:pt x="736664" y="746570"/>
                        <a:pt x="742125" y="720598"/>
                        <a:pt x="742125" y="692785"/>
                      </a:cubicBezTo>
                      <a:lnTo>
                        <a:pt x="742125" y="653860"/>
                      </a:lnTo>
                      <a:lnTo>
                        <a:pt x="612965" y="653860"/>
                      </a:lnTo>
                      <a:lnTo>
                        <a:pt x="612965" y="692785"/>
                      </a:lnTo>
                      <a:cubicBezTo>
                        <a:pt x="612965" y="709676"/>
                        <a:pt x="606171" y="724662"/>
                        <a:pt x="592709" y="737743"/>
                      </a:cubicBezTo>
                      <a:cubicBezTo>
                        <a:pt x="579184" y="750824"/>
                        <a:pt x="564388" y="757365"/>
                        <a:pt x="548386" y="757365"/>
                      </a:cubicBezTo>
                      <a:lnTo>
                        <a:pt x="177292" y="757365"/>
                      </a:lnTo>
                      <a:cubicBezTo>
                        <a:pt x="161226" y="757365"/>
                        <a:pt x="149225" y="750824"/>
                        <a:pt x="141224" y="737743"/>
                      </a:cubicBezTo>
                      <a:cubicBezTo>
                        <a:pt x="133160" y="724662"/>
                        <a:pt x="129159" y="709676"/>
                        <a:pt x="129159" y="692785"/>
                      </a:cubicBezTo>
                      <a:lnTo>
                        <a:pt x="129159" y="129159"/>
                      </a:lnTo>
                      <a:cubicBezTo>
                        <a:pt x="57848" y="129159"/>
                        <a:pt x="0" y="187008"/>
                        <a:pt x="0" y="258382"/>
                      </a:cubicBezTo>
                      <a:close/>
                      <a:moveTo>
                        <a:pt x="742125" y="321691"/>
                      </a:moveTo>
                      <a:lnTo>
                        <a:pt x="742125" y="193802"/>
                      </a:lnTo>
                      <a:cubicBezTo>
                        <a:pt x="742125" y="165926"/>
                        <a:pt x="737298" y="139954"/>
                        <a:pt x="727583" y="115888"/>
                      </a:cubicBezTo>
                      <a:cubicBezTo>
                        <a:pt x="717867" y="91821"/>
                        <a:pt x="704533" y="71374"/>
                        <a:pt x="687705" y="54483"/>
                      </a:cubicBezTo>
                      <a:cubicBezTo>
                        <a:pt x="670814" y="37592"/>
                        <a:pt x="650303" y="24257"/>
                        <a:pt x="626237" y="14542"/>
                      </a:cubicBezTo>
                      <a:cubicBezTo>
                        <a:pt x="602171" y="4890"/>
                        <a:pt x="576263" y="0"/>
                        <a:pt x="548386" y="0"/>
                      </a:cubicBezTo>
                      <a:lnTo>
                        <a:pt x="258318" y="0"/>
                      </a:lnTo>
                      <a:cubicBezTo>
                        <a:pt x="222631" y="0"/>
                        <a:pt x="190373" y="14478"/>
                        <a:pt x="167005" y="37846"/>
                      </a:cubicBezTo>
                      <a:cubicBezTo>
                        <a:pt x="143637" y="61214"/>
                        <a:pt x="129159" y="93472"/>
                        <a:pt x="129159" y="129159"/>
                      </a:cubicBezTo>
                      <a:lnTo>
                        <a:pt x="548386" y="129159"/>
                      </a:lnTo>
                      <a:cubicBezTo>
                        <a:pt x="564388" y="129159"/>
                        <a:pt x="579184" y="135763"/>
                        <a:pt x="592709" y="148844"/>
                      </a:cubicBezTo>
                      <a:cubicBezTo>
                        <a:pt x="606171" y="161925"/>
                        <a:pt x="612965" y="176911"/>
                        <a:pt x="612965" y="193802"/>
                      </a:cubicBezTo>
                      <a:lnTo>
                        <a:pt x="612965" y="321691"/>
                      </a:lnTo>
                      <a:lnTo>
                        <a:pt x="742125" y="32169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91253450-9B2E-76B6-A5B2-0B5E2833D20B}"/>
                    </a:ext>
                  </a:extLst>
                </p:cNvPr>
                <p:cNvSpPr/>
                <p:nvPr/>
              </p:nvSpPr>
              <p:spPr>
                <a:xfrm>
                  <a:off x="6808470" y="2968180"/>
                  <a:ext cx="700277" cy="129158"/>
                </a:xfrm>
                <a:custGeom>
                  <a:avLst/>
                  <a:gdLst>
                    <a:gd name="connsiteX0" fmla="*/ 127317 w 700277"/>
                    <a:gd name="connsiteY0" fmla="*/ 0 h 129158"/>
                    <a:gd name="connsiteX1" fmla="*/ 0 w 700277"/>
                    <a:gd name="connsiteY1" fmla="*/ 127254 h 129158"/>
                    <a:gd name="connsiteX2" fmla="*/ 0 w 700277"/>
                    <a:gd name="connsiteY2" fmla="*/ 129159 h 129158"/>
                    <a:gd name="connsiteX3" fmla="*/ 700278 w 700277"/>
                    <a:gd name="connsiteY3" fmla="*/ 129159 h 129158"/>
                    <a:gd name="connsiteX4" fmla="*/ 700278 w 700277"/>
                    <a:gd name="connsiteY4" fmla="*/ 0 h 129158"/>
                    <a:gd name="connsiteX5" fmla="*/ 127317 w 700277"/>
                    <a:gd name="connsiteY5" fmla="*/ 0 h 129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00277" h="129158">
                      <a:moveTo>
                        <a:pt x="127317" y="0"/>
                      </a:moveTo>
                      <a:cubicBezTo>
                        <a:pt x="57023" y="0"/>
                        <a:pt x="0" y="56960"/>
                        <a:pt x="0" y="127254"/>
                      </a:cubicBezTo>
                      <a:lnTo>
                        <a:pt x="0" y="129159"/>
                      </a:lnTo>
                      <a:lnTo>
                        <a:pt x="700278" y="129159"/>
                      </a:lnTo>
                      <a:lnTo>
                        <a:pt x="700278" y="0"/>
                      </a:lnTo>
                      <a:lnTo>
                        <a:pt x="127317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28A89A17-6343-955F-2759-F4E5CE7BE24A}"/>
                    </a:ext>
                  </a:extLst>
                </p:cNvPr>
                <p:cNvSpPr/>
                <p:nvPr/>
              </p:nvSpPr>
              <p:spPr>
                <a:xfrm>
                  <a:off x="7657084" y="3289871"/>
                  <a:ext cx="130428" cy="564832"/>
                </a:xfrm>
                <a:custGeom>
                  <a:avLst/>
                  <a:gdLst>
                    <a:gd name="connsiteX0" fmla="*/ 130429 w 130428"/>
                    <a:gd name="connsiteY0" fmla="*/ 0 h 564832"/>
                    <a:gd name="connsiteX1" fmla="*/ 130429 w 130428"/>
                    <a:gd name="connsiteY1" fmla="*/ 564832 h 564832"/>
                    <a:gd name="connsiteX2" fmla="*/ 0 w 130428"/>
                    <a:gd name="connsiteY2" fmla="*/ 564832 h 564832"/>
                    <a:gd name="connsiteX3" fmla="*/ 0 w 130428"/>
                    <a:gd name="connsiteY3" fmla="*/ 130429 h 564832"/>
                    <a:gd name="connsiteX4" fmla="*/ 130429 w 130428"/>
                    <a:gd name="connsiteY4" fmla="*/ 0 h 564832"/>
                    <a:gd name="connsiteX5" fmla="*/ 130429 w 130428"/>
                    <a:gd name="connsiteY5" fmla="*/ 0 h 5648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0428" h="564832">
                      <a:moveTo>
                        <a:pt x="130429" y="0"/>
                      </a:moveTo>
                      <a:lnTo>
                        <a:pt x="130429" y="564832"/>
                      </a:lnTo>
                      <a:lnTo>
                        <a:pt x="0" y="564832"/>
                      </a:lnTo>
                      <a:lnTo>
                        <a:pt x="0" y="130429"/>
                      </a:lnTo>
                      <a:cubicBezTo>
                        <a:pt x="0" y="58357"/>
                        <a:pt x="58420" y="0"/>
                        <a:pt x="130429" y="0"/>
                      </a:cubicBezTo>
                      <a:lnTo>
                        <a:pt x="13042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8E6D9076-F287-243B-3CD5-035A37A6A749}"/>
                    </a:ext>
                  </a:extLst>
                </p:cNvPr>
                <p:cNvSpPr/>
                <p:nvPr/>
              </p:nvSpPr>
              <p:spPr>
                <a:xfrm>
                  <a:off x="6807390" y="3097593"/>
                  <a:ext cx="736091" cy="776351"/>
                </a:xfrm>
                <a:custGeom>
                  <a:avLst/>
                  <a:gdLst>
                    <a:gd name="connsiteX0" fmla="*/ 736092 w 736091"/>
                    <a:gd name="connsiteY0" fmla="*/ 350203 h 776351"/>
                    <a:gd name="connsiteX1" fmla="*/ 736092 w 736091"/>
                    <a:gd name="connsiteY1" fmla="*/ 563753 h 776351"/>
                    <a:gd name="connsiteX2" fmla="*/ 374205 w 736091"/>
                    <a:gd name="connsiteY2" fmla="*/ 776351 h 776351"/>
                    <a:gd name="connsiteX3" fmla="*/ 129921 w 736091"/>
                    <a:gd name="connsiteY3" fmla="*/ 726567 h 776351"/>
                    <a:gd name="connsiteX4" fmla="*/ 0 w 736091"/>
                    <a:gd name="connsiteY4" fmla="*/ 563753 h 776351"/>
                    <a:gd name="connsiteX5" fmla="*/ 0 w 736091"/>
                    <a:gd name="connsiteY5" fmla="*/ 524447 h 776351"/>
                    <a:gd name="connsiteX6" fmla="*/ 123634 w 736091"/>
                    <a:gd name="connsiteY6" fmla="*/ 524447 h 776351"/>
                    <a:gd name="connsiteX7" fmla="*/ 123634 w 736091"/>
                    <a:gd name="connsiteY7" fmla="*/ 563753 h 776351"/>
                    <a:gd name="connsiteX8" fmla="*/ 361823 w 736091"/>
                    <a:gd name="connsiteY8" fmla="*/ 649351 h 776351"/>
                    <a:gd name="connsiteX9" fmla="*/ 368046 w 736091"/>
                    <a:gd name="connsiteY9" fmla="*/ 649351 h 776351"/>
                    <a:gd name="connsiteX10" fmla="*/ 374205 w 736091"/>
                    <a:gd name="connsiteY10" fmla="*/ 649351 h 776351"/>
                    <a:gd name="connsiteX11" fmla="*/ 609092 w 736091"/>
                    <a:gd name="connsiteY11" fmla="*/ 563753 h 776351"/>
                    <a:gd name="connsiteX12" fmla="*/ 609092 w 736091"/>
                    <a:gd name="connsiteY12" fmla="*/ 350203 h 776351"/>
                    <a:gd name="connsiteX13" fmla="*/ 378650 w 736091"/>
                    <a:gd name="connsiteY13" fmla="*/ 264668 h 776351"/>
                    <a:gd name="connsiteX14" fmla="*/ 374205 w 736091"/>
                    <a:gd name="connsiteY14" fmla="*/ 264604 h 776351"/>
                    <a:gd name="connsiteX15" fmla="*/ 368173 w 736091"/>
                    <a:gd name="connsiteY15" fmla="*/ 264668 h 776351"/>
                    <a:gd name="connsiteX16" fmla="*/ 357314 w 736091"/>
                    <a:gd name="connsiteY16" fmla="*/ 264668 h 776351"/>
                    <a:gd name="connsiteX17" fmla="*/ 123634 w 736091"/>
                    <a:gd name="connsiteY17" fmla="*/ 350203 h 776351"/>
                    <a:gd name="connsiteX18" fmla="*/ 123634 w 736091"/>
                    <a:gd name="connsiteY18" fmla="*/ 374078 h 776351"/>
                    <a:gd name="connsiteX19" fmla="*/ 0 w 736091"/>
                    <a:gd name="connsiteY19" fmla="*/ 374078 h 776351"/>
                    <a:gd name="connsiteX20" fmla="*/ 1016 w 736091"/>
                    <a:gd name="connsiteY20" fmla="*/ 0 h 776351"/>
                    <a:gd name="connsiteX21" fmla="*/ 1016 w 736091"/>
                    <a:gd name="connsiteY21" fmla="*/ 0 h 776351"/>
                    <a:gd name="connsiteX22" fmla="*/ 127317 w 736091"/>
                    <a:gd name="connsiteY22" fmla="*/ 127000 h 776351"/>
                    <a:gd name="connsiteX23" fmla="*/ 127000 w 736091"/>
                    <a:gd name="connsiteY23" fmla="*/ 191897 h 776351"/>
                    <a:gd name="connsiteX24" fmla="*/ 374205 w 736091"/>
                    <a:gd name="connsiteY24" fmla="*/ 137605 h 776351"/>
                    <a:gd name="connsiteX25" fmla="*/ 736092 w 736091"/>
                    <a:gd name="connsiteY25" fmla="*/ 350203 h 7763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736091" h="776351">
                      <a:moveTo>
                        <a:pt x="736092" y="350203"/>
                      </a:moveTo>
                      <a:lnTo>
                        <a:pt x="736092" y="563753"/>
                      </a:lnTo>
                      <a:cubicBezTo>
                        <a:pt x="736092" y="684975"/>
                        <a:pt x="580517" y="776351"/>
                        <a:pt x="374205" y="776351"/>
                      </a:cubicBezTo>
                      <a:cubicBezTo>
                        <a:pt x="284607" y="776351"/>
                        <a:pt x="197866" y="758698"/>
                        <a:pt x="129921" y="726567"/>
                      </a:cubicBezTo>
                      <a:cubicBezTo>
                        <a:pt x="46164" y="687007"/>
                        <a:pt x="0" y="629158"/>
                        <a:pt x="0" y="563753"/>
                      </a:cubicBezTo>
                      <a:lnTo>
                        <a:pt x="0" y="524447"/>
                      </a:lnTo>
                      <a:lnTo>
                        <a:pt x="123634" y="524447"/>
                      </a:lnTo>
                      <a:lnTo>
                        <a:pt x="123634" y="563753"/>
                      </a:lnTo>
                      <a:cubicBezTo>
                        <a:pt x="123634" y="593153"/>
                        <a:pt x="216408" y="649351"/>
                        <a:pt x="361823" y="649351"/>
                      </a:cubicBezTo>
                      <a:cubicBezTo>
                        <a:pt x="363919" y="649351"/>
                        <a:pt x="366014" y="649351"/>
                        <a:pt x="368046" y="649351"/>
                      </a:cubicBezTo>
                      <a:cubicBezTo>
                        <a:pt x="370078" y="649351"/>
                        <a:pt x="372110" y="649351"/>
                        <a:pt x="374205" y="649351"/>
                      </a:cubicBezTo>
                      <a:cubicBezTo>
                        <a:pt x="517588" y="649351"/>
                        <a:pt x="609092" y="593153"/>
                        <a:pt x="609092" y="563753"/>
                      </a:cubicBezTo>
                      <a:lnTo>
                        <a:pt x="609092" y="350203"/>
                      </a:lnTo>
                      <a:cubicBezTo>
                        <a:pt x="609092" y="321120"/>
                        <a:pt x="519494" y="265747"/>
                        <a:pt x="378650" y="264668"/>
                      </a:cubicBezTo>
                      <a:cubicBezTo>
                        <a:pt x="377190" y="264604"/>
                        <a:pt x="375666" y="264604"/>
                        <a:pt x="374205" y="264604"/>
                      </a:cubicBezTo>
                      <a:cubicBezTo>
                        <a:pt x="372173" y="264604"/>
                        <a:pt x="370141" y="264604"/>
                        <a:pt x="368173" y="264668"/>
                      </a:cubicBezTo>
                      <a:lnTo>
                        <a:pt x="357314" y="264668"/>
                      </a:lnTo>
                      <a:cubicBezTo>
                        <a:pt x="214439" y="265747"/>
                        <a:pt x="123634" y="321120"/>
                        <a:pt x="123634" y="350203"/>
                      </a:cubicBezTo>
                      <a:lnTo>
                        <a:pt x="123634" y="374078"/>
                      </a:lnTo>
                      <a:lnTo>
                        <a:pt x="0" y="374078"/>
                      </a:lnTo>
                      <a:lnTo>
                        <a:pt x="1016" y="0"/>
                      </a:lnTo>
                      <a:lnTo>
                        <a:pt x="1016" y="0"/>
                      </a:lnTo>
                      <a:cubicBezTo>
                        <a:pt x="71056" y="0"/>
                        <a:pt x="127698" y="56960"/>
                        <a:pt x="127317" y="127000"/>
                      </a:cubicBezTo>
                      <a:lnTo>
                        <a:pt x="127000" y="191897"/>
                      </a:lnTo>
                      <a:cubicBezTo>
                        <a:pt x="191452" y="157480"/>
                        <a:pt x="278194" y="137605"/>
                        <a:pt x="374205" y="137605"/>
                      </a:cubicBezTo>
                      <a:cubicBezTo>
                        <a:pt x="580517" y="137605"/>
                        <a:pt x="736092" y="228981"/>
                        <a:pt x="736092" y="35020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14DAB2A6-BBC1-9607-802D-210916D96D9C}"/>
                    </a:ext>
                  </a:extLst>
                </p:cNvPr>
                <p:cNvSpPr/>
                <p:nvPr/>
              </p:nvSpPr>
              <p:spPr>
                <a:xfrm>
                  <a:off x="7657020" y="2968180"/>
                  <a:ext cx="130428" cy="130429"/>
                </a:xfrm>
                <a:custGeom>
                  <a:avLst/>
                  <a:gdLst>
                    <a:gd name="connsiteX0" fmla="*/ 0 w 130428"/>
                    <a:gd name="connsiteY0" fmla="*/ 0 h 130429"/>
                    <a:gd name="connsiteX1" fmla="*/ 130429 w 130428"/>
                    <a:gd name="connsiteY1" fmla="*/ 0 h 130429"/>
                    <a:gd name="connsiteX2" fmla="*/ 0 w 130428"/>
                    <a:gd name="connsiteY2" fmla="*/ 130429 h 130429"/>
                    <a:gd name="connsiteX3" fmla="*/ 0 w 130428"/>
                    <a:gd name="connsiteY3" fmla="*/ 130429 h 130429"/>
                    <a:gd name="connsiteX4" fmla="*/ 0 w 130428"/>
                    <a:gd name="connsiteY4" fmla="*/ 0 h 130429"/>
                    <a:gd name="connsiteX5" fmla="*/ 0 w 130428"/>
                    <a:gd name="connsiteY5" fmla="*/ 0 h 130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0428" h="130429">
                      <a:moveTo>
                        <a:pt x="0" y="0"/>
                      </a:moveTo>
                      <a:lnTo>
                        <a:pt x="130429" y="0"/>
                      </a:lnTo>
                      <a:cubicBezTo>
                        <a:pt x="130429" y="72009"/>
                        <a:pt x="72009" y="130429"/>
                        <a:pt x="0" y="130429"/>
                      </a:cubicBezTo>
                      <a:lnTo>
                        <a:pt x="0" y="130429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7849F086-895B-5829-1985-45040421C7A2}"/>
                </a:ext>
              </a:extLst>
            </p:cNvPr>
            <p:cNvGrpSpPr/>
            <p:nvPr/>
          </p:nvGrpSpPr>
          <p:grpSpPr>
            <a:xfrm>
              <a:off x="5972936" y="3997578"/>
              <a:ext cx="1813052" cy="187705"/>
              <a:chOff x="5972936" y="3997578"/>
              <a:chExt cx="1813052" cy="187705"/>
            </a:xfrm>
            <a:solidFill>
              <a:srgbClr val="FFFFFF"/>
            </a:solidFill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27EA90B7-1DBB-5764-B424-88C85F53E81C}"/>
                  </a:ext>
                </a:extLst>
              </p:cNvPr>
              <p:cNvSpPr/>
              <p:nvPr/>
            </p:nvSpPr>
            <p:spPr>
              <a:xfrm>
                <a:off x="5972936" y="3997578"/>
                <a:ext cx="115189" cy="146811"/>
              </a:xfrm>
              <a:custGeom>
                <a:avLst/>
                <a:gdLst>
                  <a:gd name="connsiteX0" fmla="*/ 0 w 115189"/>
                  <a:gd name="connsiteY0" fmla="*/ 146812 h 146811"/>
                  <a:gd name="connsiteX1" fmla="*/ 0 w 115189"/>
                  <a:gd name="connsiteY1" fmla="*/ 0 h 146811"/>
                  <a:gd name="connsiteX2" fmla="*/ 19431 w 115189"/>
                  <a:gd name="connsiteY2" fmla="*/ 0 h 146811"/>
                  <a:gd name="connsiteX3" fmla="*/ 19431 w 115189"/>
                  <a:gd name="connsiteY3" fmla="*/ 60325 h 146811"/>
                  <a:gd name="connsiteX4" fmla="*/ 95758 w 115189"/>
                  <a:gd name="connsiteY4" fmla="*/ 60325 h 146811"/>
                  <a:gd name="connsiteX5" fmla="*/ 95758 w 115189"/>
                  <a:gd name="connsiteY5" fmla="*/ 0 h 146811"/>
                  <a:gd name="connsiteX6" fmla="*/ 115189 w 115189"/>
                  <a:gd name="connsiteY6" fmla="*/ 0 h 146811"/>
                  <a:gd name="connsiteX7" fmla="*/ 115189 w 115189"/>
                  <a:gd name="connsiteY7" fmla="*/ 146812 h 146811"/>
                  <a:gd name="connsiteX8" fmla="*/ 95758 w 115189"/>
                  <a:gd name="connsiteY8" fmla="*/ 146812 h 146811"/>
                  <a:gd name="connsiteX9" fmla="*/ 95758 w 115189"/>
                  <a:gd name="connsiteY9" fmla="*/ 77597 h 146811"/>
                  <a:gd name="connsiteX10" fmla="*/ 19431 w 115189"/>
                  <a:gd name="connsiteY10" fmla="*/ 77597 h 146811"/>
                  <a:gd name="connsiteX11" fmla="*/ 19431 w 115189"/>
                  <a:gd name="connsiteY11" fmla="*/ 146812 h 146811"/>
                  <a:gd name="connsiteX12" fmla="*/ 0 w 115189"/>
                  <a:gd name="connsiteY12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5189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60325"/>
                    </a:lnTo>
                    <a:lnTo>
                      <a:pt x="95758" y="60325"/>
                    </a:lnTo>
                    <a:lnTo>
                      <a:pt x="95758" y="0"/>
                    </a:lnTo>
                    <a:lnTo>
                      <a:pt x="115189" y="0"/>
                    </a:lnTo>
                    <a:lnTo>
                      <a:pt x="115189" y="146812"/>
                    </a:lnTo>
                    <a:lnTo>
                      <a:pt x="95758" y="146812"/>
                    </a:lnTo>
                    <a:lnTo>
                      <a:pt x="95758" y="77597"/>
                    </a:lnTo>
                    <a:lnTo>
                      <a:pt x="19431" y="77597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ECB4B017-1F34-A6B3-2FA9-D92145B7E8DF}"/>
                  </a:ext>
                </a:extLst>
              </p:cNvPr>
              <p:cNvSpPr/>
              <p:nvPr/>
            </p:nvSpPr>
            <p:spPr>
              <a:xfrm>
                <a:off x="6117717" y="4037965"/>
                <a:ext cx="86296" cy="108838"/>
              </a:xfrm>
              <a:custGeom>
                <a:avLst/>
                <a:gdLst>
                  <a:gd name="connsiteX0" fmla="*/ 70167 w 86296"/>
                  <a:gd name="connsiteY0" fmla="*/ 106426 h 108838"/>
                  <a:gd name="connsiteX1" fmla="*/ 70167 w 86296"/>
                  <a:gd name="connsiteY1" fmla="*/ 90805 h 108838"/>
                  <a:gd name="connsiteX2" fmla="*/ 36385 w 86296"/>
                  <a:gd name="connsiteY2" fmla="*/ 108839 h 108838"/>
                  <a:gd name="connsiteX3" fmla="*/ 18796 w 86296"/>
                  <a:gd name="connsiteY3" fmla="*/ 105219 h 108838"/>
                  <a:gd name="connsiteX4" fmla="*/ 6667 w 86296"/>
                  <a:gd name="connsiteY4" fmla="*/ 96139 h 108838"/>
                  <a:gd name="connsiteX5" fmla="*/ 1079 w 86296"/>
                  <a:gd name="connsiteY5" fmla="*/ 82740 h 108838"/>
                  <a:gd name="connsiteX6" fmla="*/ 0 w 86296"/>
                  <a:gd name="connsiteY6" fmla="*/ 65913 h 108838"/>
                  <a:gd name="connsiteX7" fmla="*/ 0 w 86296"/>
                  <a:gd name="connsiteY7" fmla="*/ 0 h 108838"/>
                  <a:gd name="connsiteX8" fmla="*/ 18034 w 86296"/>
                  <a:gd name="connsiteY8" fmla="*/ 0 h 108838"/>
                  <a:gd name="connsiteX9" fmla="*/ 18034 w 86296"/>
                  <a:gd name="connsiteY9" fmla="*/ 58991 h 108838"/>
                  <a:gd name="connsiteX10" fmla="*/ 19113 w 86296"/>
                  <a:gd name="connsiteY10" fmla="*/ 78041 h 108838"/>
                  <a:gd name="connsiteX11" fmla="*/ 26352 w 86296"/>
                  <a:gd name="connsiteY11" fmla="*/ 89217 h 108838"/>
                  <a:gd name="connsiteX12" fmla="*/ 39941 w 86296"/>
                  <a:gd name="connsiteY12" fmla="*/ 93282 h 108838"/>
                  <a:gd name="connsiteX13" fmla="*/ 55181 w 86296"/>
                  <a:gd name="connsiteY13" fmla="*/ 89090 h 108838"/>
                  <a:gd name="connsiteX14" fmla="*/ 65278 w 86296"/>
                  <a:gd name="connsiteY14" fmla="*/ 77788 h 108838"/>
                  <a:gd name="connsiteX15" fmla="*/ 68263 w 86296"/>
                  <a:gd name="connsiteY15" fmla="*/ 57023 h 108838"/>
                  <a:gd name="connsiteX16" fmla="*/ 68263 w 86296"/>
                  <a:gd name="connsiteY16" fmla="*/ 0 h 108838"/>
                  <a:gd name="connsiteX17" fmla="*/ 86296 w 86296"/>
                  <a:gd name="connsiteY17" fmla="*/ 0 h 108838"/>
                  <a:gd name="connsiteX18" fmla="*/ 86296 w 86296"/>
                  <a:gd name="connsiteY18" fmla="*/ 106363 h 108838"/>
                  <a:gd name="connsiteX19" fmla="*/ 70167 w 86296"/>
                  <a:gd name="connsiteY19" fmla="*/ 106363 h 10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6296" h="108838">
                    <a:moveTo>
                      <a:pt x="70167" y="106426"/>
                    </a:moveTo>
                    <a:lnTo>
                      <a:pt x="70167" y="90805"/>
                    </a:lnTo>
                    <a:cubicBezTo>
                      <a:pt x="61913" y="102807"/>
                      <a:pt x="50610" y="108839"/>
                      <a:pt x="36385" y="108839"/>
                    </a:cubicBezTo>
                    <a:cubicBezTo>
                      <a:pt x="30099" y="108839"/>
                      <a:pt x="24257" y="107632"/>
                      <a:pt x="18796" y="105219"/>
                    </a:cubicBezTo>
                    <a:cubicBezTo>
                      <a:pt x="13335" y="102807"/>
                      <a:pt x="9335" y="99822"/>
                      <a:pt x="6667" y="96139"/>
                    </a:cubicBezTo>
                    <a:cubicBezTo>
                      <a:pt x="4000" y="92519"/>
                      <a:pt x="2159" y="88011"/>
                      <a:pt x="1079" y="82740"/>
                    </a:cubicBezTo>
                    <a:cubicBezTo>
                      <a:pt x="317" y="79184"/>
                      <a:pt x="0" y="73596"/>
                      <a:pt x="0" y="65913"/>
                    </a:cubicBezTo>
                    <a:lnTo>
                      <a:pt x="0" y="0"/>
                    </a:lnTo>
                    <a:lnTo>
                      <a:pt x="18034" y="0"/>
                    </a:lnTo>
                    <a:lnTo>
                      <a:pt x="18034" y="58991"/>
                    </a:lnTo>
                    <a:cubicBezTo>
                      <a:pt x="18034" y="68389"/>
                      <a:pt x="18415" y="74739"/>
                      <a:pt x="19113" y="78041"/>
                    </a:cubicBezTo>
                    <a:cubicBezTo>
                      <a:pt x="20256" y="82804"/>
                      <a:pt x="22669" y="86487"/>
                      <a:pt x="26352" y="89217"/>
                    </a:cubicBezTo>
                    <a:cubicBezTo>
                      <a:pt x="30035" y="91948"/>
                      <a:pt x="34544" y="93282"/>
                      <a:pt x="39941" y="93282"/>
                    </a:cubicBezTo>
                    <a:cubicBezTo>
                      <a:pt x="45339" y="93282"/>
                      <a:pt x="50419" y="91884"/>
                      <a:pt x="55181" y="89090"/>
                    </a:cubicBezTo>
                    <a:cubicBezTo>
                      <a:pt x="59944" y="86296"/>
                      <a:pt x="63246" y="82550"/>
                      <a:pt x="65278" y="77788"/>
                    </a:cubicBezTo>
                    <a:cubicBezTo>
                      <a:pt x="67246" y="73025"/>
                      <a:pt x="68263" y="66103"/>
                      <a:pt x="68263" y="57023"/>
                    </a:cubicBezTo>
                    <a:lnTo>
                      <a:pt x="68263" y="0"/>
                    </a:lnTo>
                    <a:lnTo>
                      <a:pt x="86296" y="0"/>
                    </a:lnTo>
                    <a:lnTo>
                      <a:pt x="86296" y="106363"/>
                    </a:lnTo>
                    <a:lnTo>
                      <a:pt x="70167" y="106363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328F7CC7-3DBA-82B9-D894-BD24E0D6272F}"/>
                  </a:ext>
                </a:extLst>
              </p:cNvPr>
              <p:cNvSpPr/>
              <p:nvPr/>
            </p:nvSpPr>
            <p:spPr>
              <a:xfrm>
                <a:off x="6232271" y="4035615"/>
                <a:ext cx="144081" cy="108775"/>
              </a:xfrm>
              <a:custGeom>
                <a:avLst/>
                <a:gdLst>
                  <a:gd name="connsiteX0" fmla="*/ 0 w 144081"/>
                  <a:gd name="connsiteY0" fmla="*/ 108775 h 108775"/>
                  <a:gd name="connsiteX1" fmla="*/ 0 w 144081"/>
                  <a:gd name="connsiteY1" fmla="*/ 2413 h 108775"/>
                  <a:gd name="connsiteX2" fmla="*/ 16129 w 144081"/>
                  <a:gd name="connsiteY2" fmla="*/ 2413 h 108775"/>
                  <a:gd name="connsiteX3" fmla="*/ 16129 w 144081"/>
                  <a:gd name="connsiteY3" fmla="*/ 17335 h 108775"/>
                  <a:gd name="connsiteX4" fmla="*/ 29464 w 144081"/>
                  <a:gd name="connsiteY4" fmla="*/ 4763 h 108775"/>
                  <a:gd name="connsiteX5" fmla="*/ 48387 w 144081"/>
                  <a:gd name="connsiteY5" fmla="*/ 0 h 108775"/>
                  <a:gd name="connsiteX6" fmla="*/ 67754 w 144081"/>
                  <a:gd name="connsiteY6" fmla="*/ 4889 h 108775"/>
                  <a:gd name="connsiteX7" fmla="*/ 78422 w 144081"/>
                  <a:gd name="connsiteY7" fmla="*/ 18605 h 108775"/>
                  <a:gd name="connsiteX8" fmla="*/ 111252 w 144081"/>
                  <a:gd name="connsiteY8" fmla="*/ 0 h 108775"/>
                  <a:gd name="connsiteX9" fmla="*/ 135572 w 144081"/>
                  <a:gd name="connsiteY9" fmla="*/ 8763 h 108775"/>
                  <a:gd name="connsiteX10" fmla="*/ 144082 w 144081"/>
                  <a:gd name="connsiteY10" fmla="*/ 35750 h 108775"/>
                  <a:gd name="connsiteX11" fmla="*/ 144082 w 144081"/>
                  <a:gd name="connsiteY11" fmla="*/ 108775 h 108775"/>
                  <a:gd name="connsiteX12" fmla="*/ 126174 w 144081"/>
                  <a:gd name="connsiteY12" fmla="*/ 108775 h 108775"/>
                  <a:gd name="connsiteX13" fmla="*/ 126174 w 144081"/>
                  <a:gd name="connsiteY13" fmla="*/ 41783 h 108775"/>
                  <a:gd name="connsiteX14" fmla="*/ 124396 w 144081"/>
                  <a:gd name="connsiteY14" fmla="*/ 26225 h 108775"/>
                  <a:gd name="connsiteX15" fmla="*/ 118046 w 144081"/>
                  <a:gd name="connsiteY15" fmla="*/ 18542 h 108775"/>
                  <a:gd name="connsiteX16" fmla="*/ 107251 w 144081"/>
                  <a:gd name="connsiteY16" fmla="*/ 15621 h 108775"/>
                  <a:gd name="connsiteX17" fmla="*/ 88646 w 144081"/>
                  <a:gd name="connsiteY17" fmla="*/ 23114 h 108775"/>
                  <a:gd name="connsiteX18" fmla="*/ 81216 w 144081"/>
                  <a:gd name="connsiteY18" fmla="*/ 46990 h 108775"/>
                  <a:gd name="connsiteX19" fmla="*/ 81216 w 144081"/>
                  <a:gd name="connsiteY19" fmla="*/ 108775 h 108775"/>
                  <a:gd name="connsiteX20" fmla="*/ 63182 w 144081"/>
                  <a:gd name="connsiteY20" fmla="*/ 108775 h 108775"/>
                  <a:gd name="connsiteX21" fmla="*/ 63182 w 144081"/>
                  <a:gd name="connsiteY21" fmla="*/ 39688 h 108775"/>
                  <a:gd name="connsiteX22" fmla="*/ 58801 w 144081"/>
                  <a:gd name="connsiteY22" fmla="*/ 21653 h 108775"/>
                  <a:gd name="connsiteX23" fmla="*/ 44386 w 144081"/>
                  <a:gd name="connsiteY23" fmla="*/ 15621 h 108775"/>
                  <a:gd name="connsiteX24" fmla="*/ 30289 w 144081"/>
                  <a:gd name="connsiteY24" fmla="*/ 19621 h 108775"/>
                  <a:gd name="connsiteX25" fmla="*/ 20955 w 144081"/>
                  <a:gd name="connsiteY25" fmla="*/ 31305 h 108775"/>
                  <a:gd name="connsiteX26" fmla="*/ 18034 w 144081"/>
                  <a:gd name="connsiteY26" fmla="*/ 53530 h 108775"/>
                  <a:gd name="connsiteX27" fmla="*/ 18034 w 144081"/>
                  <a:gd name="connsiteY27" fmla="*/ 108712 h 108775"/>
                  <a:gd name="connsiteX28" fmla="*/ 0 w 144081"/>
                  <a:gd name="connsiteY28" fmla="*/ 108712 h 108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44081" h="108775">
                    <a:moveTo>
                      <a:pt x="0" y="108775"/>
                    </a:moveTo>
                    <a:lnTo>
                      <a:pt x="0" y="2413"/>
                    </a:lnTo>
                    <a:lnTo>
                      <a:pt x="16129" y="2413"/>
                    </a:lnTo>
                    <a:lnTo>
                      <a:pt x="16129" y="17335"/>
                    </a:lnTo>
                    <a:cubicBezTo>
                      <a:pt x="19495" y="12128"/>
                      <a:pt x="23939" y="7938"/>
                      <a:pt x="29464" y="4763"/>
                    </a:cubicBezTo>
                    <a:cubicBezTo>
                      <a:pt x="34988" y="1588"/>
                      <a:pt x="41338" y="0"/>
                      <a:pt x="48387" y="0"/>
                    </a:cubicBezTo>
                    <a:cubicBezTo>
                      <a:pt x="56261" y="0"/>
                      <a:pt x="62738" y="1651"/>
                      <a:pt x="67754" y="4889"/>
                    </a:cubicBezTo>
                    <a:cubicBezTo>
                      <a:pt x="72771" y="8191"/>
                      <a:pt x="76327" y="12763"/>
                      <a:pt x="78422" y="18605"/>
                    </a:cubicBezTo>
                    <a:cubicBezTo>
                      <a:pt x="86804" y="6159"/>
                      <a:pt x="97790" y="0"/>
                      <a:pt x="111252" y="0"/>
                    </a:cubicBezTo>
                    <a:cubicBezTo>
                      <a:pt x="121793" y="0"/>
                      <a:pt x="129921" y="2921"/>
                      <a:pt x="135572" y="8763"/>
                    </a:cubicBezTo>
                    <a:cubicBezTo>
                      <a:pt x="141224" y="14605"/>
                      <a:pt x="144082" y="23622"/>
                      <a:pt x="144082" y="35750"/>
                    </a:cubicBezTo>
                    <a:lnTo>
                      <a:pt x="144082" y="108775"/>
                    </a:lnTo>
                    <a:lnTo>
                      <a:pt x="126174" y="108775"/>
                    </a:lnTo>
                    <a:lnTo>
                      <a:pt x="126174" y="41783"/>
                    </a:lnTo>
                    <a:cubicBezTo>
                      <a:pt x="126174" y="34544"/>
                      <a:pt x="125603" y="29400"/>
                      <a:pt x="124396" y="26225"/>
                    </a:cubicBezTo>
                    <a:cubicBezTo>
                      <a:pt x="123253" y="23050"/>
                      <a:pt x="121095" y="20510"/>
                      <a:pt x="118046" y="18542"/>
                    </a:cubicBezTo>
                    <a:cubicBezTo>
                      <a:pt x="114998" y="16637"/>
                      <a:pt x="111379" y="15621"/>
                      <a:pt x="107251" y="15621"/>
                    </a:cubicBezTo>
                    <a:cubicBezTo>
                      <a:pt x="99758" y="15621"/>
                      <a:pt x="93535" y="18097"/>
                      <a:pt x="88646" y="23114"/>
                    </a:cubicBezTo>
                    <a:cubicBezTo>
                      <a:pt x="83693" y="28067"/>
                      <a:pt x="81216" y="36068"/>
                      <a:pt x="81216" y="46990"/>
                    </a:cubicBezTo>
                    <a:lnTo>
                      <a:pt x="81216" y="108775"/>
                    </a:lnTo>
                    <a:lnTo>
                      <a:pt x="63182" y="108775"/>
                    </a:lnTo>
                    <a:lnTo>
                      <a:pt x="63182" y="39688"/>
                    </a:lnTo>
                    <a:cubicBezTo>
                      <a:pt x="63182" y="31686"/>
                      <a:pt x="61722" y="25654"/>
                      <a:pt x="58801" y="21653"/>
                    </a:cubicBezTo>
                    <a:cubicBezTo>
                      <a:pt x="55880" y="17653"/>
                      <a:pt x="51054" y="15621"/>
                      <a:pt x="44386" y="15621"/>
                    </a:cubicBezTo>
                    <a:cubicBezTo>
                      <a:pt x="39307" y="15621"/>
                      <a:pt x="34607" y="16954"/>
                      <a:pt x="30289" y="19621"/>
                    </a:cubicBezTo>
                    <a:cubicBezTo>
                      <a:pt x="25971" y="22288"/>
                      <a:pt x="22860" y="26225"/>
                      <a:pt x="20955" y="31305"/>
                    </a:cubicBezTo>
                    <a:cubicBezTo>
                      <a:pt x="18986" y="36449"/>
                      <a:pt x="18034" y="43878"/>
                      <a:pt x="18034" y="53530"/>
                    </a:cubicBezTo>
                    <a:lnTo>
                      <a:pt x="18034" y="108712"/>
                    </a:lnTo>
                    <a:lnTo>
                      <a:pt x="0" y="1087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FEAD2FC-1BB0-69C5-1AB2-19008E6427FC}"/>
                  </a:ext>
                </a:extLst>
              </p:cNvPr>
              <p:cNvSpPr/>
              <p:nvPr/>
            </p:nvSpPr>
            <p:spPr>
              <a:xfrm>
                <a:off x="6397053" y="4035552"/>
                <a:ext cx="97980" cy="111188"/>
              </a:xfrm>
              <a:custGeom>
                <a:avLst/>
                <a:gdLst>
                  <a:gd name="connsiteX0" fmla="*/ 75502 w 97980"/>
                  <a:gd name="connsiteY0" fmla="*/ 95695 h 111188"/>
                  <a:gd name="connsiteX1" fmla="*/ 56198 w 97980"/>
                  <a:gd name="connsiteY1" fmla="*/ 107696 h 111188"/>
                  <a:gd name="connsiteX2" fmla="*/ 36322 w 97980"/>
                  <a:gd name="connsiteY2" fmla="*/ 111189 h 111188"/>
                  <a:gd name="connsiteX3" fmla="*/ 9398 w 97980"/>
                  <a:gd name="connsiteY3" fmla="*/ 102616 h 111188"/>
                  <a:gd name="connsiteX4" fmla="*/ 0 w 97980"/>
                  <a:gd name="connsiteY4" fmla="*/ 80708 h 111188"/>
                  <a:gd name="connsiteX5" fmla="*/ 3556 w 97980"/>
                  <a:gd name="connsiteY5" fmla="*/ 66421 h 111188"/>
                  <a:gd name="connsiteX6" fmla="*/ 12891 w 97980"/>
                  <a:gd name="connsiteY6" fmla="*/ 56070 h 111188"/>
                  <a:gd name="connsiteX7" fmla="*/ 25845 w 97980"/>
                  <a:gd name="connsiteY7" fmla="*/ 50165 h 111188"/>
                  <a:gd name="connsiteX8" fmla="*/ 41847 w 97980"/>
                  <a:gd name="connsiteY8" fmla="*/ 47498 h 111188"/>
                  <a:gd name="connsiteX9" fmla="*/ 73978 w 97980"/>
                  <a:gd name="connsiteY9" fmla="*/ 41275 h 111188"/>
                  <a:gd name="connsiteX10" fmla="*/ 74105 w 97980"/>
                  <a:gd name="connsiteY10" fmla="*/ 36576 h 111188"/>
                  <a:gd name="connsiteX11" fmla="*/ 69025 w 97980"/>
                  <a:gd name="connsiteY11" fmla="*/ 21082 h 111188"/>
                  <a:gd name="connsiteX12" fmla="*/ 48514 w 97980"/>
                  <a:gd name="connsiteY12" fmla="*/ 14986 h 111188"/>
                  <a:gd name="connsiteX13" fmla="*/ 29718 w 97980"/>
                  <a:gd name="connsiteY13" fmla="*/ 19431 h 111188"/>
                  <a:gd name="connsiteX14" fmla="*/ 20765 w 97980"/>
                  <a:gd name="connsiteY14" fmla="*/ 35179 h 111188"/>
                  <a:gd name="connsiteX15" fmla="*/ 3112 w 97980"/>
                  <a:gd name="connsiteY15" fmla="*/ 32766 h 111188"/>
                  <a:gd name="connsiteX16" fmla="*/ 11049 w 97980"/>
                  <a:gd name="connsiteY16" fmla="*/ 14478 h 111188"/>
                  <a:gd name="connsiteX17" fmla="*/ 26988 w 97980"/>
                  <a:gd name="connsiteY17" fmla="*/ 3746 h 111188"/>
                  <a:gd name="connsiteX18" fmla="*/ 51118 w 97980"/>
                  <a:gd name="connsiteY18" fmla="*/ 0 h 111188"/>
                  <a:gd name="connsiteX19" fmla="*/ 73279 w 97980"/>
                  <a:gd name="connsiteY19" fmla="*/ 3175 h 111188"/>
                  <a:gd name="connsiteX20" fmla="*/ 85789 w 97980"/>
                  <a:gd name="connsiteY20" fmla="*/ 11239 h 111188"/>
                  <a:gd name="connsiteX21" fmla="*/ 91377 w 97980"/>
                  <a:gd name="connsiteY21" fmla="*/ 23495 h 111188"/>
                  <a:gd name="connsiteX22" fmla="*/ 92266 w 97980"/>
                  <a:gd name="connsiteY22" fmla="*/ 40132 h 111188"/>
                  <a:gd name="connsiteX23" fmla="*/ 92266 w 97980"/>
                  <a:gd name="connsiteY23" fmla="*/ 64198 h 111188"/>
                  <a:gd name="connsiteX24" fmla="*/ 93409 w 97980"/>
                  <a:gd name="connsiteY24" fmla="*/ 96012 h 111188"/>
                  <a:gd name="connsiteX25" fmla="*/ 97981 w 97980"/>
                  <a:gd name="connsiteY25" fmla="*/ 108776 h 111188"/>
                  <a:gd name="connsiteX26" fmla="*/ 79121 w 97980"/>
                  <a:gd name="connsiteY26" fmla="*/ 108776 h 111188"/>
                  <a:gd name="connsiteX27" fmla="*/ 75502 w 97980"/>
                  <a:gd name="connsiteY27" fmla="*/ 95631 h 111188"/>
                  <a:gd name="connsiteX28" fmla="*/ 73978 w 97980"/>
                  <a:gd name="connsiteY28" fmla="*/ 55435 h 111188"/>
                  <a:gd name="connsiteX29" fmla="*/ 44514 w 97980"/>
                  <a:gd name="connsiteY29" fmla="*/ 62230 h 111188"/>
                  <a:gd name="connsiteX30" fmla="*/ 28766 w 97980"/>
                  <a:gd name="connsiteY30" fmla="*/ 65849 h 111188"/>
                  <a:gd name="connsiteX31" fmla="*/ 21654 w 97980"/>
                  <a:gd name="connsiteY31" fmla="*/ 71691 h 111188"/>
                  <a:gd name="connsiteX32" fmla="*/ 19177 w 97980"/>
                  <a:gd name="connsiteY32" fmla="*/ 80264 h 111188"/>
                  <a:gd name="connsiteX33" fmla="*/ 24638 w 97980"/>
                  <a:gd name="connsiteY33" fmla="*/ 92265 h 111188"/>
                  <a:gd name="connsiteX34" fmla="*/ 40640 w 97980"/>
                  <a:gd name="connsiteY34" fmla="*/ 97091 h 111188"/>
                  <a:gd name="connsiteX35" fmla="*/ 59182 w 97980"/>
                  <a:gd name="connsiteY35" fmla="*/ 92520 h 111188"/>
                  <a:gd name="connsiteX36" fmla="*/ 71120 w 97980"/>
                  <a:gd name="connsiteY36" fmla="*/ 80073 h 111188"/>
                  <a:gd name="connsiteX37" fmla="*/ 74041 w 97980"/>
                  <a:gd name="connsiteY37" fmla="*/ 62039 h 111188"/>
                  <a:gd name="connsiteX38" fmla="*/ 74041 w 97980"/>
                  <a:gd name="connsiteY38" fmla="*/ 55435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980" h="111188">
                    <a:moveTo>
                      <a:pt x="75502" y="95695"/>
                    </a:moveTo>
                    <a:cubicBezTo>
                      <a:pt x="68834" y="101346"/>
                      <a:pt x="62421" y="105346"/>
                      <a:pt x="56198" y="107696"/>
                    </a:cubicBezTo>
                    <a:cubicBezTo>
                      <a:pt x="50038" y="110045"/>
                      <a:pt x="43371" y="111189"/>
                      <a:pt x="36322" y="111189"/>
                    </a:cubicBezTo>
                    <a:cubicBezTo>
                      <a:pt x="24638" y="111189"/>
                      <a:pt x="15685" y="108331"/>
                      <a:pt x="9398" y="102616"/>
                    </a:cubicBezTo>
                    <a:cubicBezTo>
                      <a:pt x="3112" y="96901"/>
                      <a:pt x="0" y="89598"/>
                      <a:pt x="0" y="80708"/>
                    </a:cubicBezTo>
                    <a:cubicBezTo>
                      <a:pt x="0" y="75501"/>
                      <a:pt x="1207" y="70739"/>
                      <a:pt x="3556" y="66421"/>
                    </a:cubicBezTo>
                    <a:cubicBezTo>
                      <a:pt x="5906" y="62103"/>
                      <a:pt x="9017" y="58674"/>
                      <a:pt x="12891" y="56070"/>
                    </a:cubicBezTo>
                    <a:cubicBezTo>
                      <a:pt x="16701" y="53467"/>
                      <a:pt x="21082" y="51498"/>
                      <a:pt x="25845" y="50165"/>
                    </a:cubicBezTo>
                    <a:cubicBezTo>
                      <a:pt x="29401" y="49213"/>
                      <a:pt x="34735" y="48323"/>
                      <a:pt x="41847" y="47498"/>
                    </a:cubicBezTo>
                    <a:cubicBezTo>
                      <a:pt x="56388" y="45783"/>
                      <a:pt x="67120" y="43688"/>
                      <a:pt x="73978" y="41275"/>
                    </a:cubicBezTo>
                    <a:cubicBezTo>
                      <a:pt x="74041" y="38798"/>
                      <a:pt x="74105" y="37211"/>
                      <a:pt x="74105" y="36576"/>
                    </a:cubicBezTo>
                    <a:cubicBezTo>
                      <a:pt x="74105" y="29210"/>
                      <a:pt x="72390" y="24066"/>
                      <a:pt x="69025" y="21082"/>
                    </a:cubicBezTo>
                    <a:cubicBezTo>
                      <a:pt x="64389" y="17018"/>
                      <a:pt x="57595" y="14986"/>
                      <a:pt x="48514" y="14986"/>
                    </a:cubicBezTo>
                    <a:cubicBezTo>
                      <a:pt x="40005" y="14986"/>
                      <a:pt x="33782" y="16446"/>
                      <a:pt x="29718" y="19431"/>
                    </a:cubicBezTo>
                    <a:cubicBezTo>
                      <a:pt x="25654" y="22415"/>
                      <a:pt x="22670" y="27686"/>
                      <a:pt x="20765" y="35179"/>
                    </a:cubicBezTo>
                    <a:lnTo>
                      <a:pt x="3112" y="32766"/>
                    </a:lnTo>
                    <a:cubicBezTo>
                      <a:pt x="4699" y="25209"/>
                      <a:pt x="7366" y="19114"/>
                      <a:pt x="11049" y="14478"/>
                    </a:cubicBezTo>
                    <a:cubicBezTo>
                      <a:pt x="14732" y="9842"/>
                      <a:pt x="20003" y="6286"/>
                      <a:pt x="26988" y="3746"/>
                    </a:cubicBezTo>
                    <a:cubicBezTo>
                      <a:pt x="33909" y="1207"/>
                      <a:pt x="41974" y="0"/>
                      <a:pt x="51118" y="0"/>
                    </a:cubicBezTo>
                    <a:cubicBezTo>
                      <a:pt x="60262" y="0"/>
                      <a:pt x="67564" y="1079"/>
                      <a:pt x="73279" y="3175"/>
                    </a:cubicBezTo>
                    <a:cubicBezTo>
                      <a:pt x="78931" y="5334"/>
                      <a:pt x="83122" y="8001"/>
                      <a:pt x="85789" y="11239"/>
                    </a:cubicBezTo>
                    <a:cubicBezTo>
                      <a:pt x="88456" y="14478"/>
                      <a:pt x="90361" y="18605"/>
                      <a:pt x="91377" y="23495"/>
                    </a:cubicBezTo>
                    <a:cubicBezTo>
                      <a:pt x="91948" y="26543"/>
                      <a:pt x="92266" y="32131"/>
                      <a:pt x="92266" y="40132"/>
                    </a:cubicBezTo>
                    <a:lnTo>
                      <a:pt x="92266" y="64198"/>
                    </a:lnTo>
                    <a:cubicBezTo>
                      <a:pt x="92266" y="80963"/>
                      <a:pt x="92647" y="91567"/>
                      <a:pt x="93409" y="96012"/>
                    </a:cubicBezTo>
                    <a:cubicBezTo>
                      <a:pt x="94171" y="100457"/>
                      <a:pt x="95695" y="104711"/>
                      <a:pt x="97981" y="108776"/>
                    </a:cubicBezTo>
                    <a:lnTo>
                      <a:pt x="79121" y="108776"/>
                    </a:lnTo>
                    <a:cubicBezTo>
                      <a:pt x="77280" y="105029"/>
                      <a:pt x="76073" y="100647"/>
                      <a:pt x="75502" y="95631"/>
                    </a:cubicBezTo>
                    <a:close/>
                    <a:moveTo>
                      <a:pt x="73978" y="55435"/>
                    </a:moveTo>
                    <a:cubicBezTo>
                      <a:pt x="67437" y="58102"/>
                      <a:pt x="57595" y="60389"/>
                      <a:pt x="44514" y="62230"/>
                    </a:cubicBezTo>
                    <a:cubicBezTo>
                      <a:pt x="37084" y="63309"/>
                      <a:pt x="31877" y="64516"/>
                      <a:pt x="28766" y="65849"/>
                    </a:cubicBezTo>
                    <a:cubicBezTo>
                      <a:pt x="25718" y="67183"/>
                      <a:pt x="23305" y="69151"/>
                      <a:pt x="21654" y="71691"/>
                    </a:cubicBezTo>
                    <a:cubicBezTo>
                      <a:pt x="20003" y="74232"/>
                      <a:pt x="19177" y="77089"/>
                      <a:pt x="19177" y="80264"/>
                    </a:cubicBezTo>
                    <a:cubicBezTo>
                      <a:pt x="19177" y="85090"/>
                      <a:pt x="21018" y="89090"/>
                      <a:pt x="24638" y="92265"/>
                    </a:cubicBezTo>
                    <a:cubicBezTo>
                      <a:pt x="28258" y="95440"/>
                      <a:pt x="33592" y="97091"/>
                      <a:pt x="40640" y="97091"/>
                    </a:cubicBezTo>
                    <a:cubicBezTo>
                      <a:pt x="47689" y="97091"/>
                      <a:pt x="53785" y="95567"/>
                      <a:pt x="59182" y="92520"/>
                    </a:cubicBezTo>
                    <a:cubicBezTo>
                      <a:pt x="64580" y="89471"/>
                      <a:pt x="68580" y="85344"/>
                      <a:pt x="71120" y="80073"/>
                    </a:cubicBezTo>
                    <a:cubicBezTo>
                      <a:pt x="73089" y="76009"/>
                      <a:pt x="74041" y="69977"/>
                      <a:pt x="74041" y="62039"/>
                    </a:cubicBezTo>
                    <a:lnTo>
                      <a:pt x="74041" y="5543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10834D5-47AA-C13B-AADA-78BF310C8A22}"/>
                  </a:ext>
                </a:extLst>
              </p:cNvPr>
              <p:cNvSpPr/>
              <p:nvPr/>
            </p:nvSpPr>
            <p:spPr>
              <a:xfrm>
                <a:off x="6517195" y="4035615"/>
                <a:ext cx="86486" cy="108838"/>
              </a:xfrm>
              <a:custGeom>
                <a:avLst/>
                <a:gdLst>
                  <a:gd name="connsiteX0" fmla="*/ 64 w 86486"/>
                  <a:gd name="connsiteY0" fmla="*/ 108775 h 108838"/>
                  <a:gd name="connsiteX1" fmla="*/ 64 w 86486"/>
                  <a:gd name="connsiteY1" fmla="*/ 2413 h 108838"/>
                  <a:gd name="connsiteX2" fmla="*/ 16320 w 86486"/>
                  <a:gd name="connsiteY2" fmla="*/ 2413 h 108838"/>
                  <a:gd name="connsiteX3" fmla="*/ 16320 w 86486"/>
                  <a:gd name="connsiteY3" fmla="*/ 17526 h 108838"/>
                  <a:gd name="connsiteX4" fmla="*/ 50165 w 86486"/>
                  <a:gd name="connsiteY4" fmla="*/ 0 h 108838"/>
                  <a:gd name="connsiteX5" fmla="*/ 67818 w 86486"/>
                  <a:gd name="connsiteY5" fmla="*/ 3429 h 108838"/>
                  <a:gd name="connsiteX6" fmla="*/ 79883 w 86486"/>
                  <a:gd name="connsiteY6" fmla="*/ 12509 h 108838"/>
                  <a:gd name="connsiteX7" fmla="*/ 85471 w 86486"/>
                  <a:gd name="connsiteY7" fmla="*/ 25844 h 108838"/>
                  <a:gd name="connsiteX8" fmla="*/ 86487 w 86486"/>
                  <a:gd name="connsiteY8" fmla="*/ 43370 h 108838"/>
                  <a:gd name="connsiteX9" fmla="*/ 86487 w 86486"/>
                  <a:gd name="connsiteY9" fmla="*/ 108775 h 108838"/>
                  <a:gd name="connsiteX10" fmla="*/ 68453 w 86486"/>
                  <a:gd name="connsiteY10" fmla="*/ 108775 h 108838"/>
                  <a:gd name="connsiteX11" fmla="*/ 68453 w 86486"/>
                  <a:gd name="connsiteY11" fmla="*/ 44069 h 108838"/>
                  <a:gd name="connsiteX12" fmla="*/ 66358 w 86486"/>
                  <a:gd name="connsiteY12" fmla="*/ 27622 h 108838"/>
                  <a:gd name="connsiteX13" fmla="*/ 58864 w 86486"/>
                  <a:gd name="connsiteY13" fmla="*/ 18923 h 108838"/>
                  <a:gd name="connsiteX14" fmla="*/ 46291 w 86486"/>
                  <a:gd name="connsiteY14" fmla="*/ 15684 h 108838"/>
                  <a:gd name="connsiteX15" fmla="*/ 26416 w 86486"/>
                  <a:gd name="connsiteY15" fmla="*/ 22987 h 108838"/>
                  <a:gd name="connsiteX16" fmla="*/ 18034 w 86486"/>
                  <a:gd name="connsiteY16" fmla="*/ 50736 h 108838"/>
                  <a:gd name="connsiteX17" fmla="*/ 18034 w 86486"/>
                  <a:gd name="connsiteY17" fmla="*/ 108839 h 108838"/>
                  <a:gd name="connsiteX18" fmla="*/ 0 w 86486"/>
                  <a:gd name="connsiteY18" fmla="*/ 108839 h 10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6486" h="108838">
                    <a:moveTo>
                      <a:pt x="64" y="108775"/>
                    </a:moveTo>
                    <a:lnTo>
                      <a:pt x="64" y="2413"/>
                    </a:lnTo>
                    <a:lnTo>
                      <a:pt x="16320" y="2413"/>
                    </a:lnTo>
                    <a:lnTo>
                      <a:pt x="16320" y="17526"/>
                    </a:lnTo>
                    <a:cubicBezTo>
                      <a:pt x="24130" y="5842"/>
                      <a:pt x="35433" y="0"/>
                      <a:pt x="50165" y="0"/>
                    </a:cubicBezTo>
                    <a:cubicBezTo>
                      <a:pt x="56578" y="0"/>
                      <a:pt x="62484" y="1143"/>
                      <a:pt x="67818" y="3429"/>
                    </a:cubicBezTo>
                    <a:cubicBezTo>
                      <a:pt x="73215" y="5715"/>
                      <a:pt x="77216" y="8763"/>
                      <a:pt x="79883" y="12509"/>
                    </a:cubicBezTo>
                    <a:cubicBezTo>
                      <a:pt x="82550" y="16256"/>
                      <a:pt x="84455" y="20701"/>
                      <a:pt x="85471" y="25844"/>
                    </a:cubicBezTo>
                    <a:cubicBezTo>
                      <a:pt x="86170" y="29210"/>
                      <a:pt x="86487" y="35052"/>
                      <a:pt x="86487" y="43370"/>
                    </a:cubicBezTo>
                    <a:lnTo>
                      <a:pt x="86487" y="108775"/>
                    </a:lnTo>
                    <a:lnTo>
                      <a:pt x="68453" y="108775"/>
                    </a:lnTo>
                    <a:lnTo>
                      <a:pt x="68453" y="44069"/>
                    </a:lnTo>
                    <a:cubicBezTo>
                      <a:pt x="68453" y="36703"/>
                      <a:pt x="67754" y="31242"/>
                      <a:pt x="66358" y="27622"/>
                    </a:cubicBezTo>
                    <a:cubicBezTo>
                      <a:pt x="64960" y="24003"/>
                      <a:pt x="62484" y="21082"/>
                      <a:pt x="58864" y="18923"/>
                    </a:cubicBezTo>
                    <a:cubicBezTo>
                      <a:pt x="55308" y="16764"/>
                      <a:pt x="51117" y="15684"/>
                      <a:pt x="46291" y="15684"/>
                    </a:cubicBezTo>
                    <a:cubicBezTo>
                      <a:pt x="38608" y="15684"/>
                      <a:pt x="32004" y="18097"/>
                      <a:pt x="26416" y="22987"/>
                    </a:cubicBezTo>
                    <a:cubicBezTo>
                      <a:pt x="20828" y="27876"/>
                      <a:pt x="18034" y="37084"/>
                      <a:pt x="18034" y="50736"/>
                    </a:cubicBezTo>
                    <a:lnTo>
                      <a:pt x="18034" y="108839"/>
                    </a:lnTo>
                    <a:lnTo>
                      <a:pt x="0" y="108839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DFF548E0-F157-C8A5-347F-96B14B47AAE8}"/>
                  </a:ext>
                </a:extLst>
              </p:cNvPr>
              <p:cNvSpPr/>
              <p:nvPr/>
            </p:nvSpPr>
            <p:spPr>
              <a:xfrm>
                <a:off x="6685724" y="4047109"/>
                <a:ext cx="50863" cy="50800"/>
              </a:xfrm>
              <a:custGeom>
                <a:avLst/>
                <a:gdLst>
                  <a:gd name="connsiteX0" fmla="*/ 0 w 50863"/>
                  <a:gd name="connsiteY0" fmla="*/ 25336 h 50800"/>
                  <a:gd name="connsiteX1" fmla="*/ 7493 w 50863"/>
                  <a:gd name="connsiteY1" fmla="*/ 7429 h 50800"/>
                  <a:gd name="connsiteX2" fmla="*/ 25400 w 50863"/>
                  <a:gd name="connsiteY2" fmla="*/ 0 h 50800"/>
                  <a:gd name="connsiteX3" fmla="*/ 43371 w 50863"/>
                  <a:gd name="connsiteY3" fmla="*/ 7429 h 50800"/>
                  <a:gd name="connsiteX4" fmla="*/ 50864 w 50863"/>
                  <a:gd name="connsiteY4" fmla="*/ 25336 h 50800"/>
                  <a:gd name="connsiteX5" fmla="*/ 43371 w 50863"/>
                  <a:gd name="connsiteY5" fmla="*/ 43307 h 50800"/>
                  <a:gd name="connsiteX6" fmla="*/ 25400 w 50863"/>
                  <a:gd name="connsiteY6" fmla="*/ 50800 h 50800"/>
                  <a:gd name="connsiteX7" fmla="*/ 7493 w 50863"/>
                  <a:gd name="connsiteY7" fmla="*/ 43307 h 50800"/>
                  <a:gd name="connsiteX8" fmla="*/ 0 w 50863"/>
                  <a:gd name="connsiteY8" fmla="*/ 25336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63" h="50800">
                    <a:moveTo>
                      <a:pt x="0" y="25336"/>
                    </a:moveTo>
                    <a:cubicBezTo>
                      <a:pt x="0" y="18351"/>
                      <a:pt x="2477" y="12382"/>
                      <a:pt x="7493" y="7429"/>
                    </a:cubicBezTo>
                    <a:cubicBezTo>
                      <a:pt x="12446" y="2476"/>
                      <a:pt x="18415" y="0"/>
                      <a:pt x="25400" y="0"/>
                    </a:cubicBezTo>
                    <a:cubicBezTo>
                      <a:pt x="32385" y="0"/>
                      <a:pt x="38417" y="2476"/>
                      <a:pt x="43371" y="7429"/>
                    </a:cubicBezTo>
                    <a:cubicBezTo>
                      <a:pt x="48323" y="12382"/>
                      <a:pt x="50864" y="18351"/>
                      <a:pt x="50864" y="25336"/>
                    </a:cubicBezTo>
                    <a:cubicBezTo>
                      <a:pt x="50864" y="32321"/>
                      <a:pt x="48387" y="38354"/>
                      <a:pt x="43371" y="43307"/>
                    </a:cubicBezTo>
                    <a:cubicBezTo>
                      <a:pt x="38354" y="48260"/>
                      <a:pt x="32385" y="50800"/>
                      <a:pt x="25400" y="50800"/>
                    </a:cubicBezTo>
                    <a:cubicBezTo>
                      <a:pt x="18415" y="50800"/>
                      <a:pt x="12510" y="48323"/>
                      <a:pt x="7493" y="43307"/>
                    </a:cubicBezTo>
                    <a:cubicBezTo>
                      <a:pt x="2540" y="38354"/>
                      <a:pt x="0" y="32321"/>
                      <a:pt x="0" y="253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4895DB2-993C-AA5B-8DDD-4DBA4A78E059}"/>
                  </a:ext>
                </a:extLst>
              </p:cNvPr>
              <p:cNvSpPr/>
              <p:nvPr/>
            </p:nvSpPr>
            <p:spPr>
              <a:xfrm>
                <a:off x="6791896" y="3997578"/>
                <a:ext cx="137477" cy="146811"/>
              </a:xfrm>
              <a:custGeom>
                <a:avLst/>
                <a:gdLst>
                  <a:gd name="connsiteX0" fmla="*/ 63 w 137477"/>
                  <a:gd name="connsiteY0" fmla="*/ 146812 h 146811"/>
                  <a:gd name="connsiteX1" fmla="*/ 56451 w 137477"/>
                  <a:gd name="connsiteY1" fmla="*/ 0 h 146811"/>
                  <a:gd name="connsiteX2" fmla="*/ 77407 w 137477"/>
                  <a:gd name="connsiteY2" fmla="*/ 0 h 146811"/>
                  <a:gd name="connsiteX3" fmla="*/ 137477 w 137477"/>
                  <a:gd name="connsiteY3" fmla="*/ 146812 h 146811"/>
                  <a:gd name="connsiteX4" fmla="*/ 115316 w 137477"/>
                  <a:gd name="connsiteY4" fmla="*/ 146812 h 146811"/>
                  <a:gd name="connsiteX5" fmla="*/ 98171 w 137477"/>
                  <a:gd name="connsiteY5" fmla="*/ 102362 h 146811"/>
                  <a:gd name="connsiteX6" fmla="*/ 36766 w 137477"/>
                  <a:gd name="connsiteY6" fmla="*/ 102362 h 146811"/>
                  <a:gd name="connsiteX7" fmla="*/ 20638 w 137477"/>
                  <a:gd name="connsiteY7" fmla="*/ 146812 h 146811"/>
                  <a:gd name="connsiteX8" fmla="*/ 0 w 137477"/>
                  <a:gd name="connsiteY8" fmla="*/ 146812 h 146811"/>
                  <a:gd name="connsiteX9" fmla="*/ 42482 w 137477"/>
                  <a:gd name="connsiteY9" fmla="*/ 86487 h 146811"/>
                  <a:gd name="connsiteX10" fmla="*/ 92265 w 137477"/>
                  <a:gd name="connsiteY10" fmla="*/ 86487 h 146811"/>
                  <a:gd name="connsiteX11" fmla="*/ 76962 w 137477"/>
                  <a:gd name="connsiteY11" fmla="*/ 45847 h 146811"/>
                  <a:gd name="connsiteX12" fmla="*/ 66548 w 137477"/>
                  <a:gd name="connsiteY12" fmla="*/ 15367 h 146811"/>
                  <a:gd name="connsiteX13" fmla="*/ 58610 w 137477"/>
                  <a:gd name="connsiteY13" fmla="*/ 43434 h 146811"/>
                  <a:gd name="connsiteX14" fmla="*/ 42482 w 137477"/>
                  <a:gd name="connsiteY14" fmla="*/ 86487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37477" h="146811">
                    <a:moveTo>
                      <a:pt x="63" y="146812"/>
                    </a:moveTo>
                    <a:lnTo>
                      <a:pt x="56451" y="0"/>
                    </a:lnTo>
                    <a:lnTo>
                      <a:pt x="77407" y="0"/>
                    </a:lnTo>
                    <a:lnTo>
                      <a:pt x="137477" y="146812"/>
                    </a:lnTo>
                    <a:lnTo>
                      <a:pt x="115316" y="146812"/>
                    </a:lnTo>
                    <a:lnTo>
                      <a:pt x="98171" y="102362"/>
                    </a:lnTo>
                    <a:lnTo>
                      <a:pt x="36766" y="102362"/>
                    </a:lnTo>
                    <a:lnTo>
                      <a:pt x="20638" y="146812"/>
                    </a:lnTo>
                    <a:lnTo>
                      <a:pt x="0" y="146812"/>
                    </a:lnTo>
                    <a:close/>
                    <a:moveTo>
                      <a:pt x="42482" y="86487"/>
                    </a:moveTo>
                    <a:lnTo>
                      <a:pt x="92265" y="86487"/>
                    </a:lnTo>
                    <a:lnTo>
                      <a:pt x="76962" y="45847"/>
                    </a:lnTo>
                    <a:cubicBezTo>
                      <a:pt x="72263" y="33465"/>
                      <a:pt x="68834" y="23368"/>
                      <a:pt x="66548" y="15367"/>
                    </a:cubicBezTo>
                    <a:cubicBezTo>
                      <a:pt x="64707" y="24765"/>
                      <a:pt x="62039" y="34163"/>
                      <a:pt x="58610" y="43434"/>
                    </a:cubicBezTo>
                    <a:lnTo>
                      <a:pt x="42482" y="86487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EB1E9C1C-3DF8-5117-3E8B-8214AD7D08C9}"/>
                  </a:ext>
                </a:extLst>
              </p:cNvPr>
              <p:cNvSpPr/>
              <p:nvPr/>
            </p:nvSpPr>
            <p:spPr>
              <a:xfrm>
                <a:off x="6948233" y="3997578"/>
                <a:ext cx="19430" cy="146811"/>
              </a:xfrm>
              <a:custGeom>
                <a:avLst/>
                <a:gdLst>
                  <a:gd name="connsiteX0" fmla="*/ 0 w 19430"/>
                  <a:gd name="connsiteY0" fmla="*/ 146812 h 146811"/>
                  <a:gd name="connsiteX1" fmla="*/ 0 w 19430"/>
                  <a:gd name="connsiteY1" fmla="*/ 0 h 146811"/>
                  <a:gd name="connsiteX2" fmla="*/ 19431 w 19430"/>
                  <a:gd name="connsiteY2" fmla="*/ 0 h 146811"/>
                  <a:gd name="connsiteX3" fmla="*/ 19431 w 19430"/>
                  <a:gd name="connsiteY3" fmla="*/ 146812 h 146811"/>
                  <a:gd name="connsiteX4" fmla="*/ 0 w 19430"/>
                  <a:gd name="connsiteY4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30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B1A5736C-AF01-1F71-E684-F502CB87E5BA}"/>
                  </a:ext>
                </a:extLst>
              </p:cNvPr>
              <p:cNvSpPr/>
              <p:nvPr/>
            </p:nvSpPr>
            <p:spPr>
              <a:xfrm>
                <a:off x="7054024" y="4047109"/>
                <a:ext cx="50863" cy="50800"/>
              </a:xfrm>
              <a:custGeom>
                <a:avLst/>
                <a:gdLst>
                  <a:gd name="connsiteX0" fmla="*/ 0 w 50863"/>
                  <a:gd name="connsiteY0" fmla="*/ 25336 h 50800"/>
                  <a:gd name="connsiteX1" fmla="*/ 7493 w 50863"/>
                  <a:gd name="connsiteY1" fmla="*/ 7429 h 50800"/>
                  <a:gd name="connsiteX2" fmla="*/ 25400 w 50863"/>
                  <a:gd name="connsiteY2" fmla="*/ 0 h 50800"/>
                  <a:gd name="connsiteX3" fmla="*/ 43371 w 50863"/>
                  <a:gd name="connsiteY3" fmla="*/ 7429 h 50800"/>
                  <a:gd name="connsiteX4" fmla="*/ 50864 w 50863"/>
                  <a:gd name="connsiteY4" fmla="*/ 25336 h 50800"/>
                  <a:gd name="connsiteX5" fmla="*/ 43371 w 50863"/>
                  <a:gd name="connsiteY5" fmla="*/ 43307 h 50800"/>
                  <a:gd name="connsiteX6" fmla="*/ 25400 w 50863"/>
                  <a:gd name="connsiteY6" fmla="*/ 50800 h 50800"/>
                  <a:gd name="connsiteX7" fmla="*/ 7493 w 50863"/>
                  <a:gd name="connsiteY7" fmla="*/ 43307 h 50800"/>
                  <a:gd name="connsiteX8" fmla="*/ 0 w 50863"/>
                  <a:gd name="connsiteY8" fmla="*/ 25336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63" h="50800">
                    <a:moveTo>
                      <a:pt x="0" y="25336"/>
                    </a:moveTo>
                    <a:cubicBezTo>
                      <a:pt x="0" y="18351"/>
                      <a:pt x="2477" y="12382"/>
                      <a:pt x="7493" y="7429"/>
                    </a:cubicBezTo>
                    <a:cubicBezTo>
                      <a:pt x="12446" y="2476"/>
                      <a:pt x="18415" y="0"/>
                      <a:pt x="25400" y="0"/>
                    </a:cubicBezTo>
                    <a:cubicBezTo>
                      <a:pt x="32385" y="0"/>
                      <a:pt x="38417" y="2476"/>
                      <a:pt x="43371" y="7429"/>
                    </a:cubicBezTo>
                    <a:cubicBezTo>
                      <a:pt x="48323" y="12382"/>
                      <a:pt x="50864" y="18351"/>
                      <a:pt x="50864" y="25336"/>
                    </a:cubicBezTo>
                    <a:cubicBezTo>
                      <a:pt x="50864" y="32321"/>
                      <a:pt x="48387" y="38354"/>
                      <a:pt x="43371" y="43307"/>
                    </a:cubicBezTo>
                    <a:cubicBezTo>
                      <a:pt x="38354" y="48260"/>
                      <a:pt x="32385" y="50800"/>
                      <a:pt x="25400" y="50800"/>
                    </a:cubicBezTo>
                    <a:cubicBezTo>
                      <a:pt x="18415" y="50800"/>
                      <a:pt x="12510" y="48323"/>
                      <a:pt x="7493" y="43307"/>
                    </a:cubicBezTo>
                    <a:cubicBezTo>
                      <a:pt x="2540" y="38354"/>
                      <a:pt x="0" y="32321"/>
                      <a:pt x="0" y="253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5D20833-0E99-7867-8B52-6E1A9FB749AE}"/>
                  </a:ext>
                </a:extLst>
              </p:cNvPr>
              <p:cNvSpPr/>
              <p:nvPr/>
            </p:nvSpPr>
            <p:spPr>
              <a:xfrm>
                <a:off x="7191057" y="3997578"/>
                <a:ext cx="19430" cy="146811"/>
              </a:xfrm>
              <a:custGeom>
                <a:avLst/>
                <a:gdLst>
                  <a:gd name="connsiteX0" fmla="*/ 0 w 19430"/>
                  <a:gd name="connsiteY0" fmla="*/ 146812 h 146811"/>
                  <a:gd name="connsiteX1" fmla="*/ 0 w 19430"/>
                  <a:gd name="connsiteY1" fmla="*/ 0 h 146811"/>
                  <a:gd name="connsiteX2" fmla="*/ 19431 w 19430"/>
                  <a:gd name="connsiteY2" fmla="*/ 0 h 146811"/>
                  <a:gd name="connsiteX3" fmla="*/ 19431 w 19430"/>
                  <a:gd name="connsiteY3" fmla="*/ 146812 h 146811"/>
                  <a:gd name="connsiteX4" fmla="*/ 0 w 19430"/>
                  <a:gd name="connsiteY4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30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B5F8C548-DF8A-9344-EBAA-0075A322F261}"/>
                  </a:ext>
                </a:extLst>
              </p:cNvPr>
              <p:cNvSpPr/>
              <p:nvPr/>
            </p:nvSpPr>
            <p:spPr>
              <a:xfrm>
                <a:off x="7242428" y="4035615"/>
                <a:ext cx="144081" cy="108775"/>
              </a:xfrm>
              <a:custGeom>
                <a:avLst/>
                <a:gdLst>
                  <a:gd name="connsiteX0" fmla="*/ 0 w 144081"/>
                  <a:gd name="connsiteY0" fmla="*/ 108775 h 108775"/>
                  <a:gd name="connsiteX1" fmla="*/ 0 w 144081"/>
                  <a:gd name="connsiteY1" fmla="*/ 2413 h 108775"/>
                  <a:gd name="connsiteX2" fmla="*/ 16129 w 144081"/>
                  <a:gd name="connsiteY2" fmla="*/ 2413 h 108775"/>
                  <a:gd name="connsiteX3" fmla="*/ 16129 w 144081"/>
                  <a:gd name="connsiteY3" fmla="*/ 17335 h 108775"/>
                  <a:gd name="connsiteX4" fmla="*/ 29464 w 144081"/>
                  <a:gd name="connsiteY4" fmla="*/ 4763 h 108775"/>
                  <a:gd name="connsiteX5" fmla="*/ 48387 w 144081"/>
                  <a:gd name="connsiteY5" fmla="*/ 0 h 108775"/>
                  <a:gd name="connsiteX6" fmla="*/ 67755 w 144081"/>
                  <a:gd name="connsiteY6" fmla="*/ 4889 h 108775"/>
                  <a:gd name="connsiteX7" fmla="*/ 78423 w 144081"/>
                  <a:gd name="connsiteY7" fmla="*/ 18605 h 108775"/>
                  <a:gd name="connsiteX8" fmla="*/ 111252 w 144081"/>
                  <a:gd name="connsiteY8" fmla="*/ 0 h 108775"/>
                  <a:gd name="connsiteX9" fmla="*/ 135573 w 144081"/>
                  <a:gd name="connsiteY9" fmla="*/ 8763 h 108775"/>
                  <a:gd name="connsiteX10" fmla="*/ 144082 w 144081"/>
                  <a:gd name="connsiteY10" fmla="*/ 35750 h 108775"/>
                  <a:gd name="connsiteX11" fmla="*/ 144082 w 144081"/>
                  <a:gd name="connsiteY11" fmla="*/ 108775 h 108775"/>
                  <a:gd name="connsiteX12" fmla="*/ 126174 w 144081"/>
                  <a:gd name="connsiteY12" fmla="*/ 108775 h 108775"/>
                  <a:gd name="connsiteX13" fmla="*/ 126174 w 144081"/>
                  <a:gd name="connsiteY13" fmla="*/ 41783 h 108775"/>
                  <a:gd name="connsiteX14" fmla="*/ 124397 w 144081"/>
                  <a:gd name="connsiteY14" fmla="*/ 26225 h 108775"/>
                  <a:gd name="connsiteX15" fmla="*/ 118047 w 144081"/>
                  <a:gd name="connsiteY15" fmla="*/ 18542 h 108775"/>
                  <a:gd name="connsiteX16" fmla="*/ 107252 w 144081"/>
                  <a:gd name="connsiteY16" fmla="*/ 15621 h 108775"/>
                  <a:gd name="connsiteX17" fmla="*/ 88646 w 144081"/>
                  <a:gd name="connsiteY17" fmla="*/ 23114 h 108775"/>
                  <a:gd name="connsiteX18" fmla="*/ 81217 w 144081"/>
                  <a:gd name="connsiteY18" fmla="*/ 46990 h 108775"/>
                  <a:gd name="connsiteX19" fmla="*/ 81217 w 144081"/>
                  <a:gd name="connsiteY19" fmla="*/ 108775 h 108775"/>
                  <a:gd name="connsiteX20" fmla="*/ 63183 w 144081"/>
                  <a:gd name="connsiteY20" fmla="*/ 108775 h 108775"/>
                  <a:gd name="connsiteX21" fmla="*/ 63183 w 144081"/>
                  <a:gd name="connsiteY21" fmla="*/ 39688 h 108775"/>
                  <a:gd name="connsiteX22" fmla="*/ 58801 w 144081"/>
                  <a:gd name="connsiteY22" fmla="*/ 21653 h 108775"/>
                  <a:gd name="connsiteX23" fmla="*/ 44387 w 144081"/>
                  <a:gd name="connsiteY23" fmla="*/ 15621 h 108775"/>
                  <a:gd name="connsiteX24" fmla="*/ 30290 w 144081"/>
                  <a:gd name="connsiteY24" fmla="*/ 19621 h 108775"/>
                  <a:gd name="connsiteX25" fmla="*/ 20955 w 144081"/>
                  <a:gd name="connsiteY25" fmla="*/ 31305 h 108775"/>
                  <a:gd name="connsiteX26" fmla="*/ 18034 w 144081"/>
                  <a:gd name="connsiteY26" fmla="*/ 53530 h 108775"/>
                  <a:gd name="connsiteX27" fmla="*/ 18034 w 144081"/>
                  <a:gd name="connsiteY27" fmla="*/ 108712 h 108775"/>
                  <a:gd name="connsiteX28" fmla="*/ 0 w 144081"/>
                  <a:gd name="connsiteY28" fmla="*/ 108712 h 108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44081" h="108775">
                    <a:moveTo>
                      <a:pt x="0" y="108775"/>
                    </a:moveTo>
                    <a:lnTo>
                      <a:pt x="0" y="2413"/>
                    </a:lnTo>
                    <a:lnTo>
                      <a:pt x="16129" y="2413"/>
                    </a:lnTo>
                    <a:lnTo>
                      <a:pt x="16129" y="17335"/>
                    </a:lnTo>
                    <a:cubicBezTo>
                      <a:pt x="19495" y="12128"/>
                      <a:pt x="23940" y="7938"/>
                      <a:pt x="29464" y="4763"/>
                    </a:cubicBezTo>
                    <a:cubicBezTo>
                      <a:pt x="34989" y="1588"/>
                      <a:pt x="41339" y="0"/>
                      <a:pt x="48387" y="0"/>
                    </a:cubicBezTo>
                    <a:cubicBezTo>
                      <a:pt x="56261" y="0"/>
                      <a:pt x="62738" y="1651"/>
                      <a:pt x="67755" y="4889"/>
                    </a:cubicBezTo>
                    <a:cubicBezTo>
                      <a:pt x="72771" y="8191"/>
                      <a:pt x="76327" y="12763"/>
                      <a:pt x="78423" y="18605"/>
                    </a:cubicBezTo>
                    <a:cubicBezTo>
                      <a:pt x="86805" y="6159"/>
                      <a:pt x="97790" y="0"/>
                      <a:pt x="111252" y="0"/>
                    </a:cubicBezTo>
                    <a:cubicBezTo>
                      <a:pt x="121793" y="0"/>
                      <a:pt x="129921" y="2921"/>
                      <a:pt x="135573" y="8763"/>
                    </a:cubicBezTo>
                    <a:cubicBezTo>
                      <a:pt x="141224" y="14605"/>
                      <a:pt x="144082" y="23622"/>
                      <a:pt x="144082" y="35750"/>
                    </a:cubicBezTo>
                    <a:lnTo>
                      <a:pt x="144082" y="108775"/>
                    </a:lnTo>
                    <a:lnTo>
                      <a:pt x="126174" y="108775"/>
                    </a:lnTo>
                    <a:lnTo>
                      <a:pt x="126174" y="41783"/>
                    </a:lnTo>
                    <a:cubicBezTo>
                      <a:pt x="126174" y="34544"/>
                      <a:pt x="125603" y="29400"/>
                      <a:pt x="124397" y="26225"/>
                    </a:cubicBezTo>
                    <a:cubicBezTo>
                      <a:pt x="123254" y="23050"/>
                      <a:pt x="121095" y="20510"/>
                      <a:pt x="118047" y="18542"/>
                    </a:cubicBezTo>
                    <a:cubicBezTo>
                      <a:pt x="114999" y="16637"/>
                      <a:pt x="111379" y="15621"/>
                      <a:pt x="107252" y="15621"/>
                    </a:cubicBezTo>
                    <a:cubicBezTo>
                      <a:pt x="99759" y="15621"/>
                      <a:pt x="93536" y="18097"/>
                      <a:pt x="88646" y="23114"/>
                    </a:cubicBezTo>
                    <a:cubicBezTo>
                      <a:pt x="83693" y="28067"/>
                      <a:pt x="81217" y="36068"/>
                      <a:pt x="81217" y="46990"/>
                    </a:cubicBezTo>
                    <a:lnTo>
                      <a:pt x="81217" y="108775"/>
                    </a:lnTo>
                    <a:lnTo>
                      <a:pt x="63183" y="108775"/>
                    </a:lnTo>
                    <a:lnTo>
                      <a:pt x="63183" y="39688"/>
                    </a:lnTo>
                    <a:cubicBezTo>
                      <a:pt x="63183" y="31686"/>
                      <a:pt x="61722" y="25654"/>
                      <a:pt x="58801" y="21653"/>
                    </a:cubicBezTo>
                    <a:cubicBezTo>
                      <a:pt x="55880" y="17653"/>
                      <a:pt x="51054" y="15621"/>
                      <a:pt x="44387" y="15621"/>
                    </a:cubicBezTo>
                    <a:cubicBezTo>
                      <a:pt x="39307" y="15621"/>
                      <a:pt x="34608" y="16954"/>
                      <a:pt x="30290" y="19621"/>
                    </a:cubicBezTo>
                    <a:cubicBezTo>
                      <a:pt x="25972" y="22288"/>
                      <a:pt x="22860" y="26225"/>
                      <a:pt x="20955" y="31305"/>
                    </a:cubicBezTo>
                    <a:cubicBezTo>
                      <a:pt x="18987" y="36449"/>
                      <a:pt x="18034" y="43878"/>
                      <a:pt x="18034" y="53530"/>
                    </a:cubicBezTo>
                    <a:lnTo>
                      <a:pt x="18034" y="108712"/>
                    </a:lnTo>
                    <a:lnTo>
                      <a:pt x="0" y="1087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B71F98E2-336F-E990-58B5-7EACD2BDDBD5}"/>
                  </a:ext>
                </a:extLst>
              </p:cNvPr>
              <p:cNvSpPr/>
              <p:nvPr/>
            </p:nvSpPr>
            <p:spPr>
              <a:xfrm>
                <a:off x="7413307" y="4035615"/>
                <a:ext cx="92455" cy="149669"/>
              </a:xfrm>
              <a:custGeom>
                <a:avLst/>
                <a:gdLst>
                  <a:gd name="connsiteX0" fmla="*/ 0 w 92455"/>
                  <a:gd name="connsiteY0" fmla="*/ 149542 h 149669"/>
                  <a:gd name="connsiteX1" fmla="*/ 0 w 92455"/>
                  <a:gd name="connsiteY1" fmla="*/ 2413 h 149669"/>
                  <a:gd name="connsiteX2" fmla="*/ 16446 w 92455"/>
                  <a:gd name="connsiteY2" fmla="*/ 2413 h 149669"/>
                  <a:gd name="connsiteX3" fmla="*/ 16446 w 92455"/>
                  <a:gd name="connsiteY3" fmla="*/ 16256 h 149669"/>
                  <a:gd name="connsiteX4" fmla="*/ 29591 w 92455"/>
                  <a:gd name="connsiteY4" fmla="*/ 4064 h 149669"/>
                  <a:gd name="connsiteX5" fmla="*/ 47308 w 92455"/>
                  <a:gd name="connsiteY5" fmla="*/ 0 h 149669"/>
                  <a:gd name="connsiteX6" fmla="*/ 71374 w 92455"/>
                  <a:gd name="connsiteY6" fmla="*/ 6985 h 149669"/>
                  <a:gd name="connsiteX7" fmla="*/ 87122 w 92455"/>
                  <a:gd name="connsiteY7" fmla="*/ 26797 h 149669"/>
                  <a:gd name="connsiteX8" fmla="*/ 92456 w 92455"/>
                  <a:gd name="connsiteY8" fmla="*/ 54800 h 149669"/>
                  <a:gd name="connsiteX9" fmla="*/ 86614 w 92455"/>
                  <a:gd name="connsiteY9" fmla="*/ 84201 h 149669"/>
                  <a:gd name="connsiteX10" fmla="*/ 69596 w 92455"/>
                  <a:gd name="connsiteY10" fmla="*/ 104267 h 149669"/>
                  <a:gd name="connsiteX11" fmla="*/ 46101 w 92455"/>
                  <a:gd name="connsiteY11" fmla="*/ 111252 h 149669"/>
                  <a:gd name="connsiteX12" fmla="*/ 29908 w 92455"/>
                  <a:gd name="connsiteY12" fmla="*/ 107442 h 149669"/>
                  <a:gd name="connsiteX13" fmla="*/ 18161 w 92455"/>
                  <a:gd name="connsiteY13" fmla="*/ 97853 h 149669"/>
                  <a:gd name="connsiteX14" fmla="*/ 18161 w 92455"/>
                  <a:gd name="connsiteY14" fmla="*/ 149669 h 149669"/>
                  <a:gd name="connsiteX15" fmla="*/ 127 w 92455"/>
                  <a:gd name="connsiteY15" fmla="*/ 149669 h 149669"/>
                  <a:gd name="connsiteX16" fmla="*/ 16320 w 92455"/>
                  <a:gd name="connsiteY16" fmla="*/ 56197 h 149669"/>
                  <a:gd name="connsiteX17" fmla="*/ 24638 w 92455"/>
                  <a:gd name="connsiteY17" fmla="*/ 86550 h 149669"/>
                  <a:gd name="connsiteX18" fmla="*/ 44767 w 92455"/>
                  <a:gd name="connsiteY18" fmla="*/ 96393 h 149669"/>
                  <a:gd name="connsiteX19" fmla="*/ 65341 w 92455"/>
                  <a:gd name="connsiteY19" fmla="*/ 86233 h 149669"/>
                  <a:gd name="connsiteX20" fmla="*/ 73914 w 92455"/>
                  <a:gd name="connsiteY20" fmla="*/ 54737 h 149669"/>
                  <a:gd name="connsiteX21" fmla="*/ 65532 w 92455"/>
                  <a:gd name="connsiteY21" fmla="*/ 24257 h 149669"/>
                  <a:gd name="connsiteX22" fmla="*/ 45529 w 92455"/>
                  <a:gd name="connsiteY22" fmla="*/ 14160 h 149669"/>
                  <a:gd name="connsiteX23" fmla="*/ 25146 w 92455"/>
                  <a:gd name="connsiteY23" fmla="*/ 24955 h 149669"/>
                  <a:gd name="connsiteX24" fmla="*/ 16256 w 92455"/>
                  <a:gd name="connsiteY24" fmla="*/ 56261 h 149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92455" h="149669">
                    <a:moveTo>
                      <a:pt x="0" y="149542"/>
                    </a:moveTo>
                    <a:lnTo>
                      <a:pt x="0" y="2413"/>
                    </a:lnTo>
                    <a:lnTo>
                      <a:pt x="16446" y="2413"/>
                    </a:lnTo>
                    <a:lnTo>
                      <a:pt x="16446" y="16256"/>
                    </a:lnTo>
                    <a:cubicBezTo>
                      <a:pt x="20320" y="10858"/>
                      <a:pt x="24702" y="6794"/>
                      <a:pt x="29591" y="4064"/>
                    </a:cubicBezTo>
                    <a:cubicBezTo>
                      <a:pt x="34480" y="1397"/>
                      <a:pt x="40386" y="0"/>
                      <a:pt x="47308" y="0"/>
                    </a:cubicBezTo>
                    <a:cubicBezTo>
                      <a:pt x="56388" y="0"/>
                      <a:pt x="64389" y="2349"/>
                      <a:pt x="71374" y="6985"/>
                    </a:cubicBezTo>
                    <a:cubicBezTo>
                      <a:pt x="78296" y="11684"/>
                      <a:pt x="83566" y="18224"/>
                      <a:pt x="87122" y="26797"/>
                    </a:cubicBezTo>
                    <a:cubicBezTo>
                      <a:pt x="90678" y="35306"/>
                      <a:pt x="92456" y="44640"/>
                      <a:pt x="92456" y="54800"/>
                    </a:cubicBezTo>
                    <a:cubicBezTo>
                      <a:pt x="92456" y="65659"/>
                      <a:pt x="90488" y="75501"/>
                      <a:pt x="86614" y="84201"/>
                    </a:cubicBezTo>
                    <a:cubicBezTo>
                      <a:pt x="82677" y="92900"/>
                      <a:pt x="77026" y="99568"/>
                      <a:pt x="69596" y="104267"/>
                    </a:cubicBezTo>
                    <a:cubicBezTo>
                      <a:pt x="62166" y="108902"/>
                      <a:pt x="54292" y="111252"/>
                      <a:pt x="46101" y="111252"/>
                    </a:cubicBezTo>
                    <a:cubicBezTo>
                      <a:pt x="40068" y="111252"/>
                      <a:pt x="34671" y="109982"/>
                      <a:pt x="29908" y="107442"/>
                    </a:cubicBezTo>
                    <a:cubicBezTo>
                      <a:pt x="25146" y="104902"/>
                      <a:pt x="21209" y="101727"/>
                      <a:pt x="18161" y="97853"/>
                    </a:cubicBezTo>
                    <a:lnTo>
                      <a:pt x="18161" y="149669"/>
                    </a:lnTo>
                    <a:lnTo>
                      <a:pt x="127" y="149669"/>
                    </a:lnTo>
                    <a:close/>
                    <a:moveTo>
                      <a:pt x="16320" y="56197"/>
                    </a:moveTo>
                    <a:cubicBezTo>
                      <a:pt x="16320" y="69913"/>
                      <a:pt x="19114" y="80010"/>
                      <a:pt x="24638" y="86550"/>
                    </a:cubicBezTo>
                    <a:cubicBezTo>
                      <a:pt x="30163" y="93091"/>
                      <a:pt x="36893" y="96393"/>
                      <a:pt x="44767" y="96393"/>
                    </a:cubicBezTo>
                    <a:cubicBezTo>
                      <a:pt x="52641" y="96393"/>
                      <a:pt x="59627" y="93027"/>
                      <a:pt x="65341" y="86233"/>
                    </a:cubicBezTo>
                    <a:cubicBezTo>
                      <a:pt x="71057" y="79438"/>
                      <a:pt x="73914" y="68961"/>
                      <a:pt x="73914" y="54737"/>
                    </a:cubicBezTo>
                    <a:cubicBezTo>
                      <a:pt x="73914" y="40513"/>
                      <a:pt x="71120" y="31051"/>
                      <a:pt x="65532" y="24257"/>
                    </a:cubicBezTo>
                    <a:cubicBezTo>
                      <a:pt x="59944" y="17526"/>
                      <a:pt x="53277" y="14160"/>
                      <a:pt x="45529" y="14160"/>
                    </a:cubicBezTo>
                    <a:cubicBezTo>
                      <a:pt x="37783" y="14160"/>
                      <a:pt x="31052" y="17716"/>
                      <a:pt x="25146" y="24955"/>
                    </a:cubicBezTo>
                    <a:cubicBezTo>
                      <a:pt x="19240" y="32131"/>
                      <a:pt x="16256" y="42545"/>
                      <a:pt x="16256" y="5626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94B50ABF-18F3-8401-B88E-2B4D7DE36ACF}"/>
                  </a:ext>
                </a:extLst>
              </p:cNvPr>
              <p:cNvSpPr/>
              <p:nvPr/>
            </p:nvSpPr>
            <p:spPr>
              <a:xfrm>
                <a:off x="7521321" y="4035552"/>
                <a:ext cx="97980" cy="111188"/>
              </a:xfrm>
              <a:custGeom>
                <a:avLst/>
                <a:gdLst>
                  <a:gd name="connsiteX0" fmla="*/ 75501 w 97980"/>
                  <a:gd name="connsiteY0" fmla="*/ 95695 h 111188"/>
                  <a:gd name="connsiteX1" fmla="*/ 56197 w 97980"/>
                  <a:gd name="connsiteY1" fmla="*/ 107696 h 111188"/>
                  <a:gd name="connsiteX2" fmla="*/ 36322 w 97980"/>
                  <a:gd name="connsiteY2" fmla="*/ 111189 h 111188"/>
                  <a:gd name="connsiteX3" fmla="*/ 9398 w 97980"/>
                  <a:gd name="connsiteY3" fmla="*/ 102616 h 111188"/>
                  <a:gd name="connsiteX4" fmla="*/ 0 w 97980"/>
                  <a:gd name="connsiteY4" fmla="*/ 80708 h 111188"/>
                  <a:gd name="connsiteX5" fmla="*/ 3556 w 97980"/>
                  <a:gd name="connsiteY5" fmla="*/ 66421 h 111188"/>
                  <a:gd name="connsiteX6" fmla="*/ 12890 w 97980"/>
                  <a:gd name="connsiteY6" fmla="*/ 56070 h 111188"/>
                  <a:gd name="connsiteX7" fmla="*/ 25845 w 97980"/>
                  <a:gd name="connsiteY7" fmla="*/ 50165 h 111188"/>
                  <a:gd name="connsiteX8" fmla="*/ 41846 w 97980"/>
                  <a:gd name="connsiteY8" fmla="*/ 47498 h 111188"/>
                  <a:gd name="connsiteX9" fmla="*/ 73977 w 97980"/>
                  <a:gd name="connsiteY9" fmla="*/ 41275 h 111188"/>
                  <a:gd name="connsiteX10" fmla="*/ 74104 w 97980"/>
                  <a:gd name="connsiteY10" fmla="*/ 36576 h 111188"/>
                  <a:gd name="connsiteX11" fmla="*/ 69024 w 97980"/>
                  <a:gd name="connsiteY11" fmla="*/ 21082 h 111188"/>
                  <a:gd name="connsiteX12" fmla="*/ 48514 w 97980"/>
                  <a:gd name="connsiteY12" fmla="*/ 14986 h 111188"/>
                  <a:gd name="connsiteX13" fmla="*/ 29718 w 97980"/>
                  <a:gd name="connsiteY13" fmla="*/ 19431 h 111188"/>
                  <a:gd name="connsiteX14" fmla="*/ 20764 w 97980"/>
                  <a:gd name="connsiteY14" fmla="*/ 35179 h 111188"/>
                  <a:gd name="connsiteX15" fmla="*/ 3111 w 97980"/>
                  <a:gd name="connsiteY15" fmla="*/ 32766 h 111188"/>
                  <a:gd name="connsiteX16" fmla="*/ 11049 w 97980"/>
                  <a:gd name="connsiteY16" fmla="*/ 14478 h 111188"/>
                  <a:gd name="connsiteX17" fmla="*/ 26988 w 97980"/>
                  <a:gd name="connsiteY17" fmla="*/ 3746 h 111188"/>
                  <a:gd name="connsiteX18" fmla="*/ 51117 w 97980"/>
                  <a:gd name="connsiteY18" fmla="*/ 0 h 111188"/>
                  <a:gd name="connsiteX19" fmla="*/ 73279 w 97980"/>
                  <a:gd name="connsiteY19" fmla="*/ 3175 h 111188"/>
                  <a:gd name="connsiteX20" fmla="*/ 85788 w 97980"/>
                  <a:gd name="connsiteY20" fmla="*/ 11239 h 111188"/>
                  <a:gd name="connsiteX21" fmla="*/ 91376 w 97980"/>
                  <a:gd name="connsiteY21" fmla="*/ 23495 h 111188"/>
                  <a:gd name="connsiteX22" fmla="*/ 92265 w 97980"/>
                  <a:gd name="connsiteY22" fmla="*/ 40132 h 111188"/>
                  <a:gd name="connsiteX23" fmla="*/ 92265 w 97980"/>
                  <a:gd name="connsiteY23" fmla="*/ 64198 h 111188"/>
                  <a:gd name="connsiteX24" fmla="*/ 93408 w 97980"/>
                  <a:gd name="connsiteY24" fmla="*/ 96012 h 111188"/>
                  <a:gd name="connsiteX25" fmla="*/ 97980 w 97980"/>
                  <a:gd name="connsiteY25" fmla="*/ 108776 h 111188"/>
                  <a:gd name="connsiteX26" fmla="*/ 79121 w 97980"/>
                  <a:gd name="connsiteY26" fmla="*/ 108776 h 111188"/>
                  <a:gd name="connsiteX27" fmla="*/ 75501 w 97980"/>
                  <a:gd name="connsiteY27" fmla="*/ 95631 h 111188"/>
                  <a:gd name="connsiteX28" fmla="*/ 73977 w 97980"/>
                  <a:gd name="connsiteY28" fmla="*/ 55435 h 111188"/>
                  <a:gd name="connsiteX29" fmla="*/ 44513 w 97980"/>
                  <a:gd name="connsiteY29" fmla="*/ 62230 h 111188"/>
                  <a:gd name="connsiteX30" fmla="*/ 28765 w 97980"/>
                  <a:gd name="connsiteY30" fmla="*/ 65849 h 111188"/>
                  <a:gd name="connsiteX31" fmla="*/ 21653 w 97980"/>
                  <a:gd name="connsiteY31" fmla="*/ 71691 h 111188"/>
                  <a:gd name="connsiteX32" fmla="*/ 19177 w 97980"/>
                  <a:gd name="connsiteY32" fmla="*/ 80264 h 111188"/>
                  <a:gd name="connsiteX33" fmla="*/ 24638 w 97980"/>
                  <a:gd name="connsiteY33" fmla="*/ 92265 h 111188"/>
                  <a:gd name="connsiteX34" fmla="*/ 40640 w 97980"/>
                  <a:gd name="connsiteY34" fmla="*/ 97091 h 111188"/>
                  <a:gd name="connsiteX35" fmla="*/ 59182 w 97980"/>
                  <a:gd name="connsiteY35" fmla="*/ 92520 h 111188"/>
                  <a:gd name="connsiteX36" fmla="*/ 71120 w 97980"/>
                  <a:gd name="connsiteY36" fmla="*/ 80073 h 111188"/>
                  <a:gd name="connsiteX37" fmla="*/ 74041 w 97980"/>
                  <a:gd name="connsiteY37" fmla="*/ 62039 h 111188"/>
                  <a:gd name="connsiteX38" fmla="*/ 74041 w 97980"/>
                  <a:gd name="connsiteY38" fmla="*/ 55435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980" h="111188">
                    <a:moveTo>
                      <a:pt x="75501" y="95695"/>
                    </a:moveTo>
                    <a:cubicBezTo>
                      <a:pt x="68834" y="101346"/>
                      <a:pt x="62420" y="105346"/>
                      <a:pt x="56197" y="107696"/>
                    </a:cubicBezTo>
                    <a:cubicBezTo>
                      <a:pt x="50038" y="110045"/>
                      <a:pt x="43370" y="111189"/>
                      <a:pt x="36322" y="111189"/>
                    </a:cubicBezTo>
                    <a:cubicBezTo>
                      <a:pt x="24638" y="111189"/>
                      <a:pt x="15684" y="108331"/>
                      <a:pt x="9398" y="102616"/>
                    </a:cubicBezTo>
                    <a:cubicBezTo>
                      <a:pt x="3111" y="96901"/>
                      <a:pt x="0" y="89598"/>
                      <a:pt x="0" y="80708"/>
                    </a:cubicBezTo>
                    <a:cubicBezTo>
                      <a:pt x="0" y="75501"/>
                      <a:pt x="1207" y="70739"/>
                      <a:pt x="3556" y="66421"/>
                    </a:cubicBezTo>
                    <a:cubicBezTo>
                      <a:pt x="5905" y="62103"/>
                      <a:pt x="9017" y="58674"/>
                      <a:pt x="12890" y="56070"/>
                    </a:cubicBezTo>
                    <a:cubicBezTo>
                      <a:pt x="16701" y="53467"/>
                      <a:pt x="21082" y="51498"/>
                      <a:pt x="25845" y="50165"/>
                    </a:cubicBezTo>
                    <a:cubicBezTo>
                      <a:pt x="29401" y="49213"/>
                      <a:pt x="34734" y="48323"/>
                      <a:pt x="41846" y="47498"/>
                    </a:cubicBezTo>
                    <a:cubicBezTo>
                      <a:pt x="56388" y="45783"/>
                      <a:pt x="67120" y="43688"/>
                      <a:pt x="73977" y="41275"/>
                    </a:cubicBezTo>
                    <a:cubicBezTo>
                      <a:pt x="74041" y="38798"/>
                      <a:pt x="74104" y="37211"/>
                      <a:pt x="74104" y="36576"/>
                    </a:cubicBezTo>
                    <a:cubicBezTo>
                      <a:pt x="74104" y="29210"/>
                      <a:pt x="72390" y="24066"/>
                      <a:pt x="69024" y="21082"/>
                    </a:cubicBezTo>
                    <a:cubicBezTo>
                      <a:pt x="64389" y="17018"/>
                      <a:pt x="57595" y="14986"/>
                      <a:pt x="48514" y="14986"/>
                    </a:cubicBezTo>
                    <a:cubicBezTo>
                      <a:pt x="40005" y="14986"/>
                      <a:pt x="33782" y="16446"/>
                      <a:pt x="29718" y="19431"/>
                    </a:cubicBezTo>
                    <a:cubicBezTo>
                      <a:pt x="25654" y="22415"/>
                      <a:pt x="22670" y="27686"/>
                      <a:pt x="20764" y="35179"/>
                    </a:cubicBezTo>
                    <a:lnTo>
                      <a:pt x="3111" y="32766"/>
                    </a:lnTo>
                    <a:cubicBezTo>
                      <a:pt x="4699" y="25209"/>
                      <a:pt x="7366" y="19114"/>
                      <a:pt x="11049" y="14478"/>
                    </a:cubicBezTo>
                    <a:cubicBezTo>
                      <a:pt x="14732" y="9842"/>
                      <a:pt x="20002" y="6286"/>
                      <a:pt x="26988" y="3746"/>
                    </a:cubicBezTo>
                    <a:cubicBezTo>
                      <a:pt x="33909" y="1207"/>
                      <a:pt x="41973" y="0"/>
                      <a:pt x="51117" y="0"/>
                    </a:cubicBezTo>
                    <a:cubicBezTo>
                      <a:pt x="60261" y="0"/>
                      <a:pt x="67564" y="1079"/>
                      <a:pt x="73279" y="3175"/>
                    </a:cubicBezTo>
                    <a:cubicBezTo>
                      <a:pt x="78930" y="5334"/>
                      <a:pt x="83121" y="8001"/>
                      <a:pt x="85788" y="11239"/>
                    </a:cubicBezTo>
                    <a:cubicBezTo>
                      <a:pt x="88455" y="14478"/>
                      <a:pt x="90360" y="18605"/>
                      <a:pt x="91376" y="23495"/>
                    </a:cubicBezTo>
                    <a:cubicBezTo>
                      <a:pt x="91948" y="26543"/>
                      <a:pt x="92265" y="32131"/>
                      <a:pt x="92265" y="40132"/>
                    </a:cubicBezTo>
                    <a:lnTo>
                      <a:pt x="92265" y="64198"/>
                    </a:lnTo>
                    <a:cubicBezTo>
                      <a:pt x="92265" y="80963"/>
                      <a:pt x="92646" y="91567"/>
                      <a:pt x="93408" y="96012"/>
                    </a:cubicBezTo>
                    <a:cubicBezTo>
                      <a:pt x="94170" y="100457"/>
                      <a:pt x="95695" y="104711"/>
                      <a:pt x="97980" y="108776"/>
                    </a:cubicBezTo>
                    <a:lnTo>
                      <a:pt x="79121" y="108776"/>
                    </a:lnTo>
                    <a:cubicBezTo>
                      <a:pt x="77279" y="105029"/>
                      <a:pt x="76073" y="100647"/>
                      <a:pt x="75501" y="95631"/>
                    </a:cubicBezTo>
                    <a:close/>
                    <a:moveTo>
                      <a:pt x="73977" y="55435"/>
                    </a:moveTo>
                    <a:cubicBezTo>
                      <a:pt x="67437" y="58102"/>
                      <a:pt x="57595" y="60389"/>
                      <a:pt x="44513" y="62230"/>
                    </a:cubicBezTo>
                    <a:cubicBezTo>
                      <a:pt x="37084" y="63309"/>
                      <a:pt x="31877" y="64516"/>
                      <a:pt x="28765" y="65849"/>
                    </a:cubicBezTo>
                    <a:cubicBezTo>
                      <a:pt x="25717" y="67183"/>
                      <a:pt x="23304" y="69151"/>
                      <a:pt x="21653" y="71691"/>
                    </a:cubicBezTo>
                    <a:cubicBezTo>
                      <a:pt x="20002" y="74232"/>
                      <a:pt x="19177" y="77089"/>
                      <a:pt x="19177" y="80264"/>
                    </a:cubicBezTo>
                    <a:cubicBezTo>
                      <a:pt x="19177" y="85090"/>
                      <a:pt x="21018" y="89090"/>
                      <a:pt x="24638" y="92265"/>
                    </a:cubicBezTo>
                    <a:cubicBezTo>
                      <a:pt x="28257" y="95440"/>
                      <a:pt x="33591" y="97091"/>
                      <a:pt x="40640" y="97091"/>
                    </a:cubicBezTo>
                    <a:cubicBezTo>
                      <a:pt x="47688" y="97091"/>
                      <a:pt x="53784" y="95567"/>
                      <a:pt x="59182" y="92520"/>
                    </a:cubicBezTo>
                    <a:cubicBezTo>
                      <a:pt x="64579" y="89471"/>
                      <a:pt x="68580" y="85344"/>
                      <a:pt x="71120" y="80073"/>
                    </a:cubicBezTo>
                    <a:cubicBezTo>
                      <a:pt x="73088" y="76009"/>
                      <a:pt x="74041" y="69977"/>
                      <a:pt x="74041" y="62039"/>
                    </a:cubicBezTo>
                    <a:lnTo>
                      <a:pt x="74041" y="5543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145DD0E4-CDDB-0549-5E94-83288E8C01A2}"/>
                  </a:ext>
                </a:extLst>
              </p:cNvPr>
              <p:cNvSpPr/>
              <p:nvPr/>
            </p:nvSpPr>
            <p:spPr>
              <a:xfrm>
                <a:off x="7635938" y="4035552"/>
                <a:ext cx="92646" cy="111188"/>
              </a:xfrm>
              <a:custGeom>
                <a:avLst/>
                <a:gdLst>
                  <a:gd name="connsiteX0" fmla="*/ 74930 w 92646"/>
                  <a:gd name="connsiteY0" fmla="*/ 69850 h 111188"/>
                  <a:gd name="connsiteX1" fmla="*/ 92646 w 92646"/>
                  <a:gd name="connsiteY1" fmla="*/ 72136 h 111188"/>
                  <a:gd name="connsiteX2" fmla="*/ 77788 w 92646"/>
                  <a:gd name="connsiteY2" fmla="*/ 100838 h 111188"/>
                  <a:gd name="connsiteX3" fmla="*/ 48387 w 92646"/>
                  <a:gd name="connsiteY3" fmla="*/ 111189 h 111188"/>
                  <a:gd name="connsiteX4" fmla="*/ 13271 w 92646"/>
                  <a:gd name="connsiteY4" fmla="*/ 96901 h 111188"/>
                  <a:gd name="connsiteX5" fmla="*/ 0 w 92646"/>
                  <a:gd name="connsiteY5" fmla="*/ 56007 h 111188"/>
                  <a:gd name="connsiteX6" fmla="*/ 5715 w 92646"/>
                  <a:gd name="connsiteY6" fmla="*/ 25845 h 111188"/>
                  <a:gd name="connsiteX7" fmla="*/ 23114 w 92646"/>
                  <a:gd name="connsiteY7" fmla="*/ 6477 h 111188"/>
                  <a:gd name="connsiteX8" fmla="*/ 48514 w 92646"/>
                  <a:gd name="connsiteY8" fmla="*/ 0 h 111188"/>
                  <a:gd name="connsiteX9" fmla="*/ 76835 w 92646"/>
                  <a:gd name="connsiteY9" fmla="*/ 8763 h 111188"/>
                  <a:gd name="connsiteX10" fmla="*/ 90932 w 92646"/>
                  <a:gd name="connsiteY10" fmla="*/ 33655 h 111188"/>
                  <a:gd name="connsiteX11" fmla="*/ 73406 w 92646"/>
                  <a:gd name="connsiteY11" fmla="*/ 36385 h 111188"/>
                  <a:gd name="connsiteX12" fmla="*/ 64516 w 92646"/>
                  <a:gd name="connsiteY12" fmla="*/ 20257 h 111188"/>
                  <a:gd name="connsiteX13" fmla="*/ 49149 w 92646"/>
                  <a:gd name="connsiteY13" fmla="*/ 14859 h 111188"/>
                  <a:gd name="connsiteX14" fmla="*/ 26988 w 92646"/>
                  <a:gd name="connsiteY14" fmla="*/ 24638 h 111188"/>
                  <a:gd name="connsiteX15" fmla="*/ 18478 w 92646"/>
                  <a:gd name="connsiteY15" fmla="*/ 55563 h 111188"/>
                  <a:gd name="connsiteX16" fmla="*/ 26670 w 92646"/>
                  <a:gd name="connsiteY16" fmla="*/ 86677 h 111188"/>
                  <a:gd name="connsiteX17" fmla="*/ 48133 w 92646"/>
                  <a:gd name="connsiteY17" fmla="*/ 96393 h 111188"/>
                  <a:gd name="connsiteX18" fmla="*/ 65849 w 92646"/>
                  <a:gd name="connsiteY18" fmla="*/ 89852 h 111188"/>
                  <a:gd name="connsiteX19" fmla="*/ 74866 w 92646"/>
                  <a:gd name="connsiteY19" fmla="*/ 69850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2646" h="111188">
                    <a:moveTo>
                      <a:pt x="74930" y="69850"/>
                    </a:moveTo>
                    <a:lnTo>
                      <a:pt x="92646" y="72136"/>
                    </a:lnTo>
                    <a:cubicBezTo>
                      <a:pt x="90678" y="84328"/>
                      <a:pt x="85725" y="93916"/>
                      <a:pt x="77788" y="100838"/>
                    </a:cubicBezTo>
                    <a:cubicBezTo>
                      <a:pt x="69786" y="107759"/>
                      <a:pt x="60008" y="111189"/>
                      <a:pt x="48387" y="111189"/>
                    </a:cubicBezTo>
                    <a:cubicBezTo>
                      <a:pt x="33846" y="111189"/>
                      <a:pt x="22098" y="106426"/>
                      <a:pt x="13271" y="96901"/>
                    </a:cubicBezTo>
                    <a:cubicBezTo>
                      <a:pt x="4445" y="87376"/>
                      <a:pt x="0" y="73723"/>
                      <a:pt x="0" y="56007"/>
                    </a:cubicBezTo>
                    <a:cubicBezTo>
                      <a:pt x="0" y="44514"/>
                      <a:pt x="1905" y="34480"/>
                      <a:pt x="5715" y="25845"/>
                    </a:cubicBezTo>
                    <a:cubicBezTo>
                      <a:pt x="9525" y="17208"/>
                      <a:pt x="15303" y="10795"/>
                      <a:pt x="23114" y="6477"/>
                    </a:cubicBezTo>
                    <a:cubicBezTo>
                      <a:pt x="30861" y="2159"/>
                      <a:pt x="39370" y="0"/>
                      <a:pt x="48514" y="0"/>
                    </a:cubicBezTo>
                    <a:cubicBezTo>
                      <a:pt x="60071" y="0"/>
                      <a:pt x="69533" y="2921"/>
                      <a:pt x="76835" y="8763"/>
                    </a:cubicBezTo>
                    <a:cubicBezTo>
                      <a:pt x="84201" y="14605"/>
                      <a:pt x="88900" y="22923"/>
                      <a:pt x="90932" y="33655"/>
                    </a:cubicBezTo>
                    <a:lnTo>
                      <a:pt x="73406" y="36385"/>
                    </a:lnTo>
                    <a:cubicBezTo>
                      <a:pt x="71755" y="29210"/>
                      <a:pt x="68771" y="23876"/>
                      <a:pt x="64516" y="20257"/>
                    </a:cubicBezTo>
                    <a:cubicBezTo>
                      <a:pt x="60261" y="16637"/>
                      <a:pt x="55182" y="14859"/>
                      <a:pt x="49149" y="14859"/>
                    </a:cubicBezTo>
                    <a:cubicBezTo>
                      <a:pt x="40068" y="14859"/>
                      <a:pt x="32702" y="18097"/>
                      <a:pt x="26988" y="24638"/>
                    </a:cubicBezTo>
                    <a:cubicBezTo>
                      <a:pt x="21336" y="31115"/>
                      <a:pt x="18478" y="41465"/>
                      <a:pt x="18478" y="55563"/>
                    </a:cubicBezTo>
                    <a:cubicBezTo>
                      <a:pt x="18478" y="69659"/>
                      <a:pt x="21209" y="80201"/>
                      <a:pt x="26670" y="86677"/>
                    </a:cubicBezTo>
                    <a:cubicBezTo>
                      <a:pt x="32131" y="93154"/>
                      <a:pt x="39307" y="96393"/>
                      <a:pt x="48133" y="96393"/>
                    </a:cubicBezTo>
                    <a:cubicBezTo>
                      <a:pt x="55182" y="96393"/>
                      <a:pt x="61151" y="94234"/>
                      <a:pt x="65849" y="89852"/>
                    </a:cubicBezTo>
                    <a:cubicBezTo>
                      <a:pt x="70612" y="85534"/>
                      <a:pt x="73596" y="78867"/>
                      <a:pt x="74866" y="6985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0E17E39C-3B1F-92A8-7DC2-EBD01A8F3785}"/>
                  </a:ext>
                </a:extLst>
              </p:cNvPr>
              <p:cNvSpPr/>
              <p:nvPr/>
            </p:nvSpPr>
            <p:spPr>
              <a:xfrm>
                <a:off x="7734109" y="4000817"/>
                <a:ext cx="51879" cy="144970"/>
              </a:xfrm>
              <a:custGeom>
                <a:avLst/>
                <a:gdLst>
                  <a:gd name="connsiteX0" fmla="*/ 49276 w 51879"/>
                  <a:gd name="connsiteY0" fmla="*/ 127445 h 144970"/>
                  <a:gd name="connsiteX1" fmla="*/ 51880 w 51879"/>
                  <a:gd name="connsiteY1" fmla="*/ 143383 h 144970"/>
                  <a:gd name="connsiteX2" fmla="*/ 38291 w 51879"/>
                  <a:gd name="connsiteY2" fmla="*/ 144971 h 144970"/>
                  <a:gd name="connsiteX3" fmla="*/ 23051 w 51879"/>
                  <a:gd name="connsiteY3" fmla="*/ 141859 h 144970"/>
                  <a:gd name="connsiteX4" fmla="*/ 15431 w 51879"/>
                  <a:gd name="connsiteY4" fmla="*/ 133667 h 144970"/>
                  <a:gd name="connsiteX5" fmla="*/ 13208 w 51879"/>
                  <a:gd name="connsiteY5" fmla="*/ 112395 h 144970"/>
                  <a:gd name="connsiteX6" fmla="*/ 13208 w 51879"/>
                  <a:gd name="connsiteY6" fmla="*/ 51181 h 144970"/>
                  <a:gd name="connsiteX7" fmla="*/ 0 w 51879"/>
                  <a:gd name="connsiteY7" fmla="*/ 51181 h 144970"/>
                  <a:gd name="connsiteX8" fmla="*/ 0 w 51879"/>
                  <a:gd name="connsiteY8" fmla="*/ 37148 h 144970"/>
                  <a:gd name="connsiteX9" fmla="*/ 13208 w 51879"/>
                  <a:gd name="connsiteY9" fmla="*/ 37148 h 144970"/>
                  <a:gd name="connsiteX10" fmla="*/ 13208 w 51879"/>
                  <a:gd name="connsiteY10" fmla="*/ 10795 h 144970"/>
                  <a:gd name="connsiteX11" fmla="*/ 31115 w 51879"/>
                  <a:gd name="connsiteY11" fmla="*/ 0 h 144970"/>
                  <a:gd name="connsiteX12" fmla="*/ 31115 w 51879"/>
                  <a:gd name="connsiteY12" fmla="*/ 37148 h 144970"/>
                  <a:gd name="connsiteX13" fmla="*/ 49213 w 51879"/>
                  <a:gd name="connsiteY13" fmla="*/ 37148 h 144970"/>
                  <a:gd name="connsiteX14" fmla="*/ 49213 w 51879"/>
                  <a:gd name="connsiteY14" fmla="*/ 51181 h 144970"/>
                  <a:gd name="connsiteX15" fmla="*/ 31115 w 51879"/>
                  <a:gd name="connsiteY15" fmla="*/ 51181 h 144970"/>
                  <a:gd name="connsiteX16" fmla="*/ 31115 w 51879"/>
                  <a:gd name="connsiteY16" fmla="*/ 113411 h 144970"/>
                  <a:gd name="connsiteX17" fmla="*/ 32068 w 51879"/>
                  <a:gd name="connsiteY17" fmla="*/ 123317 h 144970"/>
                  <a:gd name="connsiteX18" fmla="*/ 35179 w 51879"/>
                  <a:gd name="connsiteY18" fmla="*/ 126810 h 144970"/>
                  <a:gd name="connsiteX19" fmla="*/ 41339 w 51879"/>
                  <a:gd name="connsiteY19" fmla="*/ 128079 h 144970"/>
                  <a:gd name="connsiteX20" fmla="*/ 49276 w 51879"/>
                  <a:gd name="connsiteY20" fmla="*/ 127381 h 144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1879" h="144970">
                    <a:moveTo>
                      <a:pt x="49276" y="127445"/>
                    </a:moveTo>
                    <a:lnTo>
                      <a:pt x="51880" y="143383"/>
                    </a:lnTo>
                    <a:cubicBezTo>
                      <a:pt x="46800" y="144463"/>
                      <a:pt x="42291" y="144971"/>
                      <a:pt x="38291" y="144971"/>
                    </a:cubicBezTo>
                    <a:cubicBezTo>
                      <a:pt x="31750" y="144971"/>
                      <a:pt x="26670" y="143954"/>
                      <a:pt x="23051" y="141859"/>
                    </a:cubicBezTo>
                    <a:cubicBezTo>
                      <a:pt x="19431" y="139764"/>
                      <a:pt x="16891" y="137033"/>
                      <a:pt x="15431" y="133667"/>
                    </a:cubicBezTo>
                    <a:cubicBezTo>
                      <a:pt x="13970" y="130302"/>
                      <a:pt x="13208" y="123190"/>
                      <a:pt x="13208" y="112395"/>
                    </a:cubicBezTo>
                    <a:lnTo>
                      <a:pt x="13208" y="51181"/>
                    </a:lnTo>
                    <a:lnTo>
                      <a:pt x="0" y="51181"/>
                    </a:lnTo>
                    <a:lnTo>
                      <a:pt x="0" y="37148"/>
                    </a:lnTo>
                    <a:lnTo>
                      <a:pt x="13208" y="37148"/>
                    </a:lnTo>
                    <a:lnTo>
                      <a:pt x="13208" y="10795"/>
                    </a:lnTo>
                    <a:lnTo>
                      <a:pt x="31115" y="0"/>
                    </a:lnTo>
                    <a:lnTo>
                      <a:pt x="31115" y="37148"/>
                    </a:lnTo>
                    <a:lnTo>
                      <a:pt x="49213" y="37148"/>
                    </a:lnTo>
                    <a:lnTo>
                      <a:pt x="49213" y="51181"/>
                    </a:lnTo>
                    <a:lnTo>
                      <a:pt x="31115" y="51181"/>
                    </a:lnTo>
                    <a:lnTo>
                      <a:pt x="31115" y="113411"/>
                    </a:lnTo>
                    <a:cubicBezTo>
                      <a:pt x="31115" y="118554"/>
                      <a:pt x="31433" y="121857"/>
                      <a:pt x="32068" y="123317"/>
                    </a:cubicBezTo>
                    <a:cubicBezTo>
                      <a:pt x="32703" y="124778"/>
                      <a:pt x="33719" y="125984"/>
                      <a:pt x="35179" y="126810"/>
                    </a:cubicBezTo>
                    <a:cubicBezTo>
                      <a:pt x="36640" y="127635"/>
                      <a:pt x="38672" y="128079"/>
                      <a:pt x="41339" y="128079"/>
                    </a:cubicBezTo>
                    <a:cubicBezTo>
                      <a:pt x="43371" y="128079"/>
                      <a:pt x="45974" y="127826"/>
                      <a:pt x="49276" y="12738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84730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g2_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78673A1-EC25-74F7-389D-D2FA4D65C1BA}"/>
              </a:ext>
            </a:extLst>
          </p:cNvPr>
          <p:cNvGrpSpPr/>
          <p:nvPr userDrawn="1"/>
        </p:nvGrpSpPr>
        <p:grpSpPr>
          <a:xfrm>
            <a:off x="0" y="-1574800"/>
            <a:ext cx="14510520" cy="10007600"/>
            <a:chOff x="0" y="-1574800"/>
            <a:chExt cx="14510520" cy="10007600"/>
          </a:xfrm>
        </p:grpSpPr>
        <p:pic>
          <p:nvPicPr>
            <p:cNvPr id="11" name="Picture 10" descr="A group of cubes stacked together&#10;&#10;Description automatically generated">
              <a:extLst>
                <a:ext uri="{FF2B5EF4-FFF2-40B4-BE49-F238E27FC236}">
                  <a16:creationId xmlns:a16="http://schemas.microsoft.com/office/drawing/2014/main" id="{1C6B1F51-F1FD-4355-C3D0-E4C81FC2760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6" r="-1" b="-1"/>
            <a:stretch/>
          </p:blipFill>
          <p:spPr>
            <a:xfrm>
              <a:off x="0" y="1282"/>
              <a:ext cx="12191980" cy="6856718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51213671-4015-6B42-37D7-92BAA65755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26460" y="-1574800"/>
              <a:ext cx="8384060" cy="10007600"/>
            </a:xfrm>
            <a:prstGeom prst="rect">
              <a:avLst/>
            </a:prstGeom>
          </p:spPr>
        </p:pic>
      </p:grp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12EBDE-74C9-8675-C101-131B7D1642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935" y="2651125"/>
            <a:ext cx="5791200" cy="2209800"/>
          </a:xfrm>
          <a:solidFill>
            <a:schemeClr val="tx1">
              <a:alpha val="78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I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0EBD09-88F3-26C8-03F8-B60877249F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68300" y="371038"/>
            <a:ext cx="1248492" cy="639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396591"/>
      </p:ext>
    </p:extLst>
  </p:cSld>
  <p:clrMapOvr>
    <a:masterClrMapping/>
  </p:clrMapOvr>
</p:sldLayout>
</file>

<file path=ppt/slideLayouts/g2_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oogle Shape;64;p52">
            <a:extLst>
              <a:ext uri="{FF2B5EF4-FFF2-40B4-BE49-F238E27FC236}">
                <a16:creationId xmlns:a16="http://schemas.microsoft.com/office/drawing/2014/main" id="{4DF6C634-D17B-5FE0-005D-DC83FF1DE416}"/>
              </a:ext>
            </a:extLst>
          </p:cNvPr>
          <p:cNvCxnSpPr/>
          <p:nvPr userDrawn="1"/>
        </p:nvCxnSpPr>
        <p:spPr>
          <a:xfrm>
            <a:off x="418907" y="1165671"/>
            <a:ext cx="11354186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4370AC8E-70AF-C45A-FDCE-EEF60F248658}"/>
              </a:ext>
            </a:extLst>
          </p:cNvPr>
          <p:cNvGrpSpPr/>
          <p:nvPr userDrawn="1"/>
        </p:nvGrpSpPr>
        <p:grpSpPr>
          <a:xfrm>
            <a:off x="10528917" y="0"/>
            <a:ext cx="1452604" cy="862643"/>
            <a:chOff x="10528917" y="0"/>
            <a:chExt cx="1452604" cy="862643"/>
          </a:xfrm>
        </p:grpSpPr>
        <p:sp>
          <p:nvSpPr>
            <p:cNvPr id="5" name="Google Shape;18;p49">
              <a:extLst>
                <a:ext uri="{FF2B5EF4-FFF2-40B4-BE49-F238E27FC236}">
                  <a16:creationId xmlns:a16="http://schemas.microsoft.com/office/drawing/2014/main" id="{3AE2A220-6852-DE0B-C187-FB2AC31C3318}"/>
                </a:ext>
              </a:extLst>
            </p:cNvPr>
            <p:cNvSpPr/>
            <p:nvPr/>
          </p:nvSpPr>
          <p:spPr>
            <a:xfrm>
              <a:off x="10528917" y="198409"/>
              <a:ext cx="1452604" cy="6642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23;p49">
              <a:extLst>
                <a:ext uri="{FF2B5EF4-FFF2-40B4-BE49-F238E27FC236}">
                  <a16:creationId xmlns:a16="http://schemas.microsoft.com/office/drawing/2014/main" id="{473F85EB-3FD6-EB9D-90B5-4222EF54A402}"/>
                </a:ext>
              </a:extLst>
            </p:cNvPr>
            <p:cNvSpPr/>
            <p:nvPr/>
          </p:nvSpPr>
          <p:spPr>
            <a:xfrm>
              <a:off x="10528917" y="0"/>
              <a:ext cx="1452604" cy="96657"/>
            </a:xfrm>
            <a:prstGeom prst="rect">
              <a:avLst/>
            </a:prstGeom>
            <a:gradFill>
              <a:gsLst>
                <a:gs pos="0">
                  <a:srgbClr val="034EA2">
                    <a:alpha val="90000"/>
                  </a:srgbClr>
                </a:gs>
                <a:gs pos="100000">
                  <a:srgbClr val="F4812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R="0" lv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" name="Picture 10" descr="A blue and orange text on a black background&#10;&#10;Description automatically generated">
              <a:extLst>
                <a:ext uri="{FF2B5EF4-FFF2-40B4-BE49-F238E27FC236}">
                  <a16:creationId xmlns:a16="http://schemas.microsoft.com/office/drawing/2014/main" id="{E8F3359D-59D5-DCEA-3D96-438DC2777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36863" y="370545"/>
              <a:ext cx="1036712" cy="313101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6901748-0D62-0213-B550-8A317F619692}"/>
              </a:ext>
            </a:extLst>
          </p:cNvPr>
          <p:cNvSpPr txBox="1"/>
          <p:nvPr userDrawn="1"/>
        </p:nvSpPr>
        <p:spPr>
          <a:xfrm>
            <a:off x="79899" y="6596341"/>
            <a:ext cx="30450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Confidential | © Course5 Intelligence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2A1A332-51D9-0A23-4A42-77BC8FE25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157" y="6578353"/>
            <a:ext cx="389701" cy="233432"/>
          </a:xfrm>
        </p:spPr>
        <p:txBody>
          <a:bodyPr/>
          <a:lstStyle>
            <a:lvl1pPr algn="ctr">
              <a:defRPr kumimoji="0" lang="en-US" sz="800" b="0" i="0" u="none" strike="noStrike" kern="0" cap="none" spc="0" normalizeH="0" baseline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/>
                <a:ea typeface="+mn-ea"/>
                <a:cs typeface="Arial"/>
              </a:defRPr>
            </a:lvl1pPr>
          </a:lstStyle>
          <a:p>
            <a:fld id="{330EA680-D336-4FF7-8B7A-9848BB0A1C32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F8ED78-0B9B-CB39-999B-858D6D0C0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425" y="232040"/>
            <a:ext cx="10515600" cy="1325563"/>
          </a:xfrm>
        </p:spPr>
        <p:txBody>
          <a:bodyPr anchor="t">
            <a:normAutofit/>
          </a:bodyPr>
          <a:lstStyle>
            <a:lvl1pPr>
              <a:defRPr sz="28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209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7">
          <p15:clr>
            <a:srgbClr val="FBAE40"/>
          </p15:clr>
        </p15:guide>
        <p15:guide id="2" pos="302">
          <p15:clr>
            <a:srgbClr val="FBAE40"/>
          </p15:clr>
        </p15:guide>
      </p15:sldGuideLst>
    </p:ext>
  </p:extLst>
</p:sldLayout>
</file>

<file path=ppt/slideLayouts/g2_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3984-BA8B-1F25-5D12-FE754ED448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181936"/>
            <a:ext cx="10424160" cy="839785"/>
          </a:xfrm>
        </p:spPr>
        <p:txBody>
          <a:bodyPr anchor="ctr"/>
          <a:lstStyle/>
          <a:p>
            <a:r>
              <a:rPr lang="en-US"/>
              <a:t>Please keep the title brief (6-10 words)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508C5-BD32-E184-6E92-A88E2DFDF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DE48D-D033-4769-9D28-4495A978085C}" type="datetime1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A9C5C-1AEA-FF78-C8FA-E6C28E0A4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3AE7D2-AF26-BFDE-F6B0-55A2020F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3A300190-6376-D09E-8452-E64650A4DC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1082039"/>
            <a:ext cx="11233150" cy="246221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58646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462B3-4ED2-3397-A8E4-F51DB0B7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2065269"/>
            <a:ext cx="3935414" cy="1011046"/>
          </a:xfrm>
        </p:spPr>
        <p:txBody>
          <a:bodyPr lIns="0" tIns="0" rIns="0" bIns="0">
            <a:spAutoFit/>
          </a:bodyPr>
          <a:lstStyle>
            <a:lvl1pPr>
              <a:defRPr sz="36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E9E109-6B3E-6C9C-BA47-0AE434A85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9FC8DA47-3A09-4F00-8305-F0B3A1CA7BB5}" type="datetime1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AAE53-C31F-9708-D97D-B3DEA03E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4FE5F-8399-52F2-B62B-BD896F6F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706F20ED-AAF6-4A17-97AA-86A4AF4EDCD9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6417BDE-E4C5-743D-BFE3-2ABC6756BA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72000" y="0"/>
            <a:ext cx="720000" cy="72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F3C3DC9-43B5-A750-3EDF-449C3BF925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72000" y="6137275"/>
            <a:ext cx="720000" cy="72072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9B3284-D969-6A3E-D3A0-AB6997DED22B}"/>
              </a:ext>
            </a:extLst>
          </p:cNvPr>
          <p:cNvSpPr txBox="1">
            <a:spLocks/>
          </p:cNvSpPr>
          <p:nvPr userDrawn="1"/>
        </p:nvSpPr>
        <p:spPr>
          <a:xfrm>
            <a:off x="368300" y="6259408"/>
            <a:ext cx="3935414" cy="113877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">
                <a:latin typeface="+mn-lt"/>
              </a:rPr>
              <a:t>© 2024 C5i, All Rights Reserved.</a:t>
            </a:r>
            <a:endParaRPr lang="en-IN" sz="800">
              <a:latin typeface="+mn-lt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0CBB670-53B7-E67C-9D5B-3044BE75A5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8300" y="3341422"/>
            <a:ext cx="3935413" cy="256224"/>
          </a:xfrm>
        </p:spPr>
        <p:txBody>
          <a:bodyPr lIns="0" tIns="0" rIns="0" bIns="0" anchor="ctr">
            <a:spAutoFit/>
          </a:bodyPr>
          <a:lstStyle>
            <a:lvl1pPr marL="0" indent="0">
              <a:buNone/>
              <a:defRPr sz="1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</a:t>
            </a:r>
            <a:endParaRPr lang="en-IN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F0FC365-A10F-E1B3-4869-F840DD07E9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300" y="367200"/>
            <a:ext cx="1410730" cy="726112"/>
          </a:xfrm>
          <a:prstGeom prst="rect">
            <a:avLst/>
          </a:prstGeom>
        </p:spPr>
      </p:pic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2785243-A571-79F0-DA3C-1F03A699D40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87926" y="720725"/>
            <a:ext cx="6484074" cy="5417275"/>
          </a:xfrm>
        </p:spPr>
        <p:txBody>
          <a:bodyPr/>
          <a:lstStyle/>
          <a:p>
            <a:r>
              <a:rPr lang="en-US"/>
              <a:t> 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855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DA0145-FFB0-2062-B0F5-8F6F338AE7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0188" y="4062413"/>
            <a:ext cx="3970337" cy="256224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IN" sz="18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text</a:t>
            </a:r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3462B3-4ED2-3397-A8E4-F51DB0B7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0213" y="2877229"/>
            <a:ext cx="3935414" cy="997196"/>
          </a:xfrm>
        </p:spPr>
        <p:txBody>
          <a:bodyPr lIns="0" tIns="0" rIns="0" bIns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E9E109-6B3E-6C9C-BA47-0AE434A85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3F59A-FA18-47FB-B281-DAE40EB425F0}" type="datetime1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AAE53-C31F-9708-D97D-B3DEA03E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4FE5F-8399-52F2-B62B-BD896F6F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F3C3DC9-43B5-A750-3EDF-449C3BF925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" y="2540"/>
            <a:ext cx="4217671" cy="6946899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9B3284-D969-6A3E-D3A0-AB6997DED22B}"/>
              </a:ext>
            </a:extLst>
          </p:cNvPr>
          <p:cNvSpPr txBox="1">
            <a:spLocks/>
          </p:cNvSpPr>
          <p:nvPr userDrawn="1"/>
        </p:nvSpPr>
        <p:spPr>
          <a:xfrm>
            <a:off x="876934" y="6266921"/>
            <a:ext cx="3426780" cy="11387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">
                <a:latin typeface="+mn-lt"/>
              </a:rPr>
              <a:t>© 2024 C5i, All Rights Reserved.</a:t>
            </a:r>
            <a:endParaRPr lang="en-IN" sz="800">
              <a:latin typeface="+mn-lt"/>
            </a:endParaRP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2785243-A571-79F0-DA3C-1F03A699D4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5633" y="1895042"/>
            <a:ext cx="6484074" cy="3293838"/>
          </a:xfrm>
        </p:spPr>
        <p:txBody>
          <a:bodyPr/>
          <a:lstStyle/>
          <a:p>
            <a:endParaRPr lang="en-IN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13401BF-B6A3-5E56-D9F4-80B91B1B11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300" y="367200"/>
            <a:ext cx="1410730" cy="72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155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462B3-4ED2-3397-A8E4-F51DB0B7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944" y="3131890"/>
            <a:ext cx="3935414" cy="1159736"/>
          </a:xfrm>
        </p:spPr>
        <p:txBody>
          <a:bodyPr lIns="0" tIns="0" rIns="0" bIns="0">
            <a:spAutoFit/>
          </a:bodyPr>
          <a:lstStyle>
            <a:lvl1pPr>
              <a:defRPr sz="4000" b="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E9E109-6B3E-6C9C-BA47-0AE434A85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9C4E6-1755-48B9-A707-63047D88047A}" type="datetime1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AAE53-C31F-9708-D97D-B3DEA03E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4FE5F-8399-52F2-B62B-BD896F6F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F3C3DC9-43B5-A750-3EDF-449C3BF925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464364" y="2931938"/>
            <a:ext cx="2038585" cy="5008538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9B3284-D969-6A3E-D3A0-AB6997DED22B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39624" y="5606128"/>
            <a:ext cx="1421766" cy="11387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">
                <a:latin typeface="+mn-lt"/>
              </a:rPr>
              <a:t>© 2024 C5i, All Rights Reserved.</a:t>
            </a:r>
            <a:endParaRPr lang="en-IN" sz="800">
              <a:latin typeface="+mn-lt"/>
            </a:endParaRP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2785243-A571-79F0-DA3C-1F03A699D4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87926" y="720000"/>
            <a:ext cx="6484074" cy="5769700"/>
          </a:xfrm>
        </p:spPr>
        <p:txBody>
          <a:bodyPr/>
          <a:lstStyle/>
          <a:p>
            <a:endParaRPr lang="en-IN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782FD74-C220-DBEF-2B9B-097F67F36C4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72000" y="0"/>
            <a:ext cx="720000" cy="7200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08E9B6-26E3-379A-C10D-E09CF66E22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250" y="4578350"/>
            <a:ext cx="3936108" cy="256224"/>
          </a:xfrm>
        </p:spPr>
        <p:txBody>
          <a:bodyPr lIns="0" tIns="0" rIns="0" bIns="0" anchor="ctr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3E6F6C8-E3E4-764F-1E55-FBB0C96288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300" y="367200"/>
            <a:ext cx="1410730" cy="72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905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56D13AA-BC4B-892C-C81B-3B8049CC6E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70B0D6-CBEE-57B3-89B2-7D1F423A93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300" y="394047"/>
            <a:ext cx="10113433" cy="443198"/>
          </a:xfrm>
        </p:spPr>
        <p:txBody>
          <a:bodyPr wrap="square" lIns="0" tIns="0" rIns="0" bIns="0" anchor="ctr">
            <a:spAutoFit/>
          </a:bodyPr>
          <a:lstStyle>
            <a:lvl1pPr algn="l">
              <a:defRPr sz="32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8BFA-FFFE-449E-A5F7-AA919EC454C5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406A3A-C99B-286D-6FE1-E3E07586AA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8299" y="1022032"/>
            <a:ext cx="11452225" cy="256224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FBE9A6-FA26-90ED-52F0-61ED76944F69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4402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60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0B0D6-CBEE-57B3-89B2-7D1F423A93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300" y="368300"/>
            <a:ext cx="10113434" cy="443198"/>
          </a:xfrm>
        </p:spPr>
        <p:txBody>
          <a:bodyPr wrap="square" lIns="0" tIns="0" r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200" b="1" kern="1200" dirty="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450D3-639E-4C6A-BAEE-4E41B5F2A14F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4E30267-61B4-B245-1C86-403A434637E5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E287B6E0-52E7-35CA-3030-79AA65C174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529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60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0B0D6-CBEE-57B3-89B2-7D1F423A93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8300" y="368300"/>
            <a:ext cx="10113434" cy="886397"/>
          </a:xfrm>
        </p:spPr>
        <p:txBody>
          <a:bodyPr wrap="square" lIns="0" tIns="0" r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200" b="1" kern="1200" dirty="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</a:t>
            </a:r>
            <a:br>
              <a:rPr lang="en-US"/>
            </a:br>
            <a:r>
              <a:rPr lang="en-US"/>
              <a:t>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C4CE-DE0F-4102-A09A-1DE94E22D998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406A3A-C99B-286D-6FE1-E3E07586AA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8299" y="1513522"/>
            <a:ext cx="10113435" cy="256224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717A286-0E5B-29DB-56C2-F56C019D61FB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D977EAA5-43E4-907D-F394-1DF8FE871C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5804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607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0B0D6-CBEE-57B3-89B2-7D1F423A93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8300" y="368300"/>
            <a:ext cx="10113434" cy="886397"/>
          </a:xfrm>
        </p:spPr>
        <p:txBody>
          <a:bodyPr wrap="square" lIns="0" tIns="0" r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200" b="1" kern="1200" dirty="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</a:t>
            </a:r>
            <a:br>
              <a:rPr lang="en-US"/>
            </a:br>
            <a:r>
              <a:rPr lang="en-US"/>
              <a:t>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E6594-349B-4025-A45C-E922E23AE391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442845-BD6D-2336-5FD1-0124D82900EC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8AD31D00-962B-5CB9-A533-23911A17FF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581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19D14-171F-49F6-A07C-05640514E00F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204F8F-876D-CB6B-C6DF-D35F2489DD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8300" y="1781087"/>
            <a:ext cx="10113434" cy="443198"/>
          </a:xfrm>
        </p:spPr>
        <p:txBody>
          <a:bodyPr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B48D021-FC24-ED59-421C-2F6B11AAF0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300" y="368300"/>
            <a:ext cx="990600" cy="99060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8300" y="2552700"/>
            <a:ext cx="11452224" cy="490904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DBDAD043-5CE9-56E1-BF4C-CF45628710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890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E17E1-E5D9-44F4-AB68-40BE993B70E8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B48D021-FC24-ED59-421C-2F6B11AAF0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300" y="835012"/>
            <a:ext cx="622300" cy="62230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8300" y="2552699"/>
            <a:ext cx="5346700" cy="3771901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B623A56E-88F9-D66F-F371-62ED87E7FB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75398" y="2552699"/>
            <a:ext cx="5445125" cy="3771901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C48A9A1-7226-FE9A-6540-29824FA64E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75398" y="1724483"/>
            <a:ext cx="4169410" cy="276999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20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8300" y="1699084"/>
            <a:ext cx="4169410" cy="276999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20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EFCCD21B-AF61-A7CC-AE31-97F19C4B56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88100" y="835012"/>
            <a:ext cx="622300" cy="62230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897AC23-2263-A2A3-2E3B-FEB4126EA2BB}"/>
              </a:ext>
            </a:extLst>
          </p:cNvPr>
          <p:cNvCxnSpPr>
            <a:cxnSpLocks/>
          </p:cNvCxnSpPr>
          <p:nvPr userDrawn="1"/>
        </p:nvCxnSpPr>
        <p:spPr>
          <a:xfrm>
            <a:off x="368300" y="2298700"/>
            <a:ext cx="4248000" cy="0"/>
          </a:xfrm>
          <a:prstGeom prst="line">
            <a:avLst/>
          </a:prstGeom>
          <a:ln w="22225">
            <a:solidFill>
              <a:srgbClr val="680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7B6C3E9-68F6-BDA4-AC49-18CE861B285E}"/>
              </a:ext>
            </a:extLst>
          </p:cNvPr>
          <p:cNvCxnSpPr>
            <a:cxnSpLocks/>
          </p:cNvCxnSpPr>
          <p:nvPr userDrawn="1"/>
        </p:nvCxnSpPr>
        <p:spPr>
          <a:xfrm>
            <a:off x="6375398" y="2298700"/>
            <a:ext cx="4206877" cy="0"/>
          </a:xfrm>
          <a:prstGeom prst="line">
            <a:avLst/>
          </a:prstGeom>
          <a:ln w="22225">
            <a:solidFill>
              <a:srgbClr val="680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6EED4515-FC0A-BFF1-F3CA-07266743A0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728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B4DCA09-CDA8-2222-4287-83D2A5BF528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68300" y="368300"/>
            <a:ext cx="11452225" cy="306070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A5C34-EB78-4384-BD3B-8EFB04F75FD0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8300" y="4559300"/>
            <a:ext cx="11452224" cy="1765300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8300" y="3548300"/>
            <a:ext cx="4169410" cy="664797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24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 here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897AC23-2263-A2A3-2E3B-FEB4126EA2BB}"/>
              </a:ext>
            </a:extLst>
          </p:cNvPr>
          <p:cNvCxnSpPr>
            <a:cxnSpLocks/>
          </p:cNvCxnSpPr>
          <p:nvPr userDrawn="1"/>
        </p:nvCxnSpPr>
        <p:spPr>
          <a:xfrm>
            <a:off x="368300" y="4341815"/>
            <a:ext cx="4878403" cy="0"/>
          </a:xfrm>
          <a:prstGeom prst="line">
            <a:avLst/>
          </a:prstGeom>
          <a:ln w="22225">
            <a:solidFill>
              <a:srgbClr val="680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2B48D021-FC24-ED59-421C-2F6B11AAF0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 flipH="1">
            <a:off x="368300" y="2806700"/>
            <a:ext cx="622300" cy="6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034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>
            <a:extLst>
              <a:ext uri="{FF2B5EF4-FFF2-40B4-BE49-F238E27FC236}">
                <a16:creationId xmlns:a16="http://schemas.microsoft.com/office/drawing/2014/main" id="{0CAF7CD8-6D4E-13EB-0C9F-6CE836C46C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25" y="3431439"/>
            <a:ext cx="8743946" cy="343645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55A37DF-70BC-1FFE-646A-ADFFFD19B2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3197" y="-1"/>
            <a:ext cx="3428804" cy="342899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015CCE1-46A9-EACD-DE40-248D82A1B73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" y="0"/>
            <a:ext cx="5333997" cy="342899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446895B-2023-5F52-B493-5E4599B848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16074" b="15121"/>
          <a:stretch/>
        </p:blipFill>
        <p:spPr>
          <a:xfrm>
            <a:off x="-5" y="-5016"/>
            <a:ext cx="5000627" cy="3436454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EEED7377-17E9-4D53-29E1-83C1D936BC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300" y="4457700"/>
            <a:ext cx="8128000" cy="398571"/>
          </a:xfrm>
        </p:spPr>
        <p:txBody>
          <a:bodyPr lIns="0" tIns="0" rIns="0" bIns="0" anchor="ctr">
            <a:spAutoFit/>
          </a:bodyPr>
          <a:lstStyle>
            <a:lvl1pPr marL="0" indent="0">
              <a:buNone/>
              <a:defRPr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CAA27DC-724D-E43A-112E-C927AFA2E1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8301" y="5043488"/>
            <a:ext cx="8128000" cy="227755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C635C8-24B4-AF44-DF7E-8C4FF7A60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34000" y="0"/>
            <a:ext cx="3428804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9F6F14A-E001-9412-EDB9-4E7F4C2CFE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2804" y="3426561"/>
            <a:ext cx="3429196" cy="3429000"/>
          </a:xfrm>
        </p:spPr>
        <p:txBody>
          <a:bodyPr/>
          <a:lstStyle/>
          <a:p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95F470A-F06E-8EA1-23D9-3172D00994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893076" y="260783"/>
            <a:ext cx="925209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892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3817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>
            <a:extLst>
              <a:ext uri="{FF2B5EF4-FFF2-40B4-BE49-F238E27FC236}">
                <a16:creationId xmlns:a16="http://schemas.microsoft.com/office/drawing/2014/main" id="{0CAF7CD8-6D4E-13EB-0C9F-6CE836C46C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3431439"/>
            <a:ext cx="5334000" cy="343645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446895B-2023-5F52-B493-5E4599B848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t="16074" b="15121"/>
          <a:stretch/>
        </p:blipFill>
        <p:spPr>
          <a:xfrm>
            <a:off x="-5" y="-5016"/>
            <a:ext cx="5000627" cy="3436454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EEED7377-17E9-4D53-29E1-83C1D936BC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300" y="4263801"/>
            <a:ext cx="4305300" cy="786369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b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CAA27DC-724D-E43A-112E-C927AFA2E1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8301" y="5212821"/>
            <a:ext cx="4305300" cy="227755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767B2AFA-DFF8-5306-5B34-2CF9C448DD4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34000" y="0"/>
            <a:ext cx="3428804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AE18AFCA-4718-B42A-442F-4CE8899B70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2804" y="3426561"/>
            <a:ext cx="3429196" cy="3429000"/>
          </a:xfrm>
        </p:spPr>
        <p:txBody>
          <a:bodyPr/>
          <a:lstStyle/>
          <a:p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A223BFC-6666-5CBB-2DFE-7A3A254B34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3165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1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B236B6CE-E872-2C36-565A-6B499CB76E8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60463" y="2192338"/>
            <a:ext cx="3771900" cy="3214687"/>
          </a:xfrm>
        </p:spPr>
        <p:txBody>
          <a:bodyPr/>
          <a:lstStyle/>
          <a:p>
            <a:endParaRPr lang="en-IN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2725FEF-9ABF-0B61-DDA4-467541565B32}"/>
              </a:ext>
            </a:extLst>
          </p:cNvPr>
          <p:cNvSpPr/>
          <p:nvPr/>
        </p:nvSpPr>
        <p:spPr>
          <a:xfrm>
            <a:off x="1136266" y="5412930"/>
            <a:ext cx="1787081" cy="1445070"/>
          </a:xfrm>
          <a:custGeom>
            <a:avLst/>
            <a:gdLst>
              <a:gd name="connsiteX0" fmla="*/ 0 w 3417858"/>
              <a:gd name="connsiteY0" fmla="*/ 0 h 3417832"/>
              <a:gd name="connsiteX1" fmla="*/ 3417859 w 3417858"/>
              <a:gd name="connsiteY1" fmla="*/ 3417833 h 341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17858" h="3417832">
                <a:moveTo>
                  <a:pt x="0" y="0"/>
                </a:moveTo>
                <a:lnTo>
                  <a:pt x="3417859" y="3417833"/>
                </a:lnTo>
              </a:path>
            </a:pathLst>
          </a:custGeom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1E5A604-D1B3-D48F-5C4D-D604A6F7ADA9}"/>
              </a:ext>
            </a:extLst>
          </p:cNvPr>
          <p:cNvSpPr/>
          <p:nvPr/>
        </p:nvSpPr>
        <p:spPr>
          <a:xfrm>
            <a:off x="-648633" y="5413143"/>
            <a:ext cx="1787081" cy="1742780"/>
          </a:xfrm>
          <a:custGeom>
            <a:avLst/>
            <a:gdLst>
              <a:gd name="connsiteX0" fmla="*/ 1747486 w 1747486"/>
              <a:gd name="connsiteY0" fmla="*/ 579643 h 1747472"/>
              <a:gd name="connsiteX1" fmla="*/ 579647 w 1747486"/>
              <a:gd name="connsiteY1" fmla="*/ 1747473 h 1747472"/>
              <a:gd name="connsiteX2" fmla="*/ 0 w 1747486"/>
              <a:gd name="connsiteY2" fmla="*/ 1747473 h 1747472"/>
              <a:gd name="connsiteX3" fmla="*/ 0 w 1747486"/>
              <a:gd name="connsiteY3" fmla="*/ 1167830 h 1747472"/>
              <a:gd name="connsiteX4" fmla="*/ 1169450 w 1747486"/>
              <a:gd name="connsiteY4" fmla="*/ 0 h 1747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7486" h="1747472">
                <a:moveTo>
                  <a:pt x="1747486" y="579643"/>
                </a:moveTo>
                <a:lnTo>
                  <a:pt x="579647" y="1747473"/>
                </a:lnTo>
                <a:lnTo>
                  <a:pt x="0" y="1747473"/>
                </a:lnTo>
                <a:lnTo>
                  <a:pt x="0" y="1167830"/>
                </a:lnTo>
                <a:lnTo>
                  <a:pt x="1169450" y="0"/>
                </a:lnTo>
              </a:path>
            </a:pathLst>
          </a:custGeom>
          <a:noFill/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2B40CBC-25CB-E67E-EB85-427CA865B65F}"/>
              </a:ext>
            </a:extLst>
          </p:cNvPr>
          <p:cNvSpPr/>
          <p:nvPr/>
        </p:nvSpPr>
        <p:spPr>
          <a:xfrm>
            <a:off x="-647245" y="5997140"/>
            <a:ext cx="1198902" cy="1182598"/>
          </a:xfrm>
          <a:custGeom>
            <a:avLst/>
            <a:gdLst>
              <a:gd name="connsiteX0" fmla="*/ 1158314 w 1158313"/>
              <a:gd name="connsiteY0" fmla="*/ 0 h 1159985"/>
              <a:gd name="connsiteX1" fmla="*/ 0 w 1158313"/>
              <a:gd name="connsiteY1" fmla="*/ 1159986 h 115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58313" h="1159985">
                <a:moveTo>
                  <a:pt x="1158314" y="0"/>
                </a:moveTo>
                <a:lnTo>
                  <a:pt x="0" y="1159986"/>
                </a:lnTo>
              </a:path>
            </a:pathLst>
          </a:custGeom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E19FFEC-473B-7C1F-4D97-1E47590C3673}"/>
              </a:ext>
            </a:extLst>
          </p:cNvPr>
          <p:cNvGrpSpPr/>
          <p:nvPr userDrawn="1"/>
        </p:nvGrpSpPr>
        <p:grpSpPr>
          <a:xfrm>
            <a:off x="0" y="-110328"/>
            <a:ext cx="2306751" cy="2303232"/>
            <a:chOff x="589942" y="3501"/>
            <a:chExt cx="2306751" cy="2303232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294C2C7-A0D5-76E1-3DD9-A54C11F48C12}"/>
                </a:ext>
              </a:extLst>
            </p:cNvPr>
            <p:cNvSpPr/>
            <p:nvPr/>
          </p:nvSpPr>
          <p:spPr>
            <a:xfrm>
              <a:off x="589942" y="1145697"/>
              <a:ext cx="1161045" cy="1161036"/>
            </a:xfrm>
            <a:custGeom>
              <a:avLst/>
              <a:gdLst>
                <a:gd name="connsiteX0" fmla="*/ 0 w 1161045"/>
                <a:gd name="connsiteY0" fmla="*/ 0 h 1161036"/>
                <a:gd name="connsiteX1" fmla="*/ 1161045 w 1161045"/>
                <a:gd name="connsiteY1" fmla="*/ 0 h 1161036"/>
                <a:gd name="connsiteX2" fmla="*/ 1161045 w 1161045"/>
                <a:gd name="connsiteY2" fmla="*/ 1161037 h 1161036"/>
                <a:gd name="connsiteX3" fmla="*/ 0 w 1161045"/>
                <a:gd name="connsiteY3" fmla="*/ 1161037 h 1161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1045" h="1161036">
                  <a:moveTo>
                    <a:pt x="0" y="0"/>
                  </a:moveTo>
                  <a:lnTo>
                    <a:pt x="1161045" y="0"/>
                  </a:lnTo>
                  <a:lnTo>
                    <a:pt x="1161045" y="1161037"/>
                  </a:lnTo>
                  <a:lnTo>
                    <a:pt x="0" y="1161037"/>
                  </a:lnTo>
                  <a:close/>
                </a:path>
              </a:pathLst>
            </a:custGeom>
            <a:solidFill>
              <a:srgbClr val="6801DC"/>
            </a:solidFill>
            <a:ln w="62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9BACE52-D1EC-4819-1F3C-EAC782E69489}"/>
                </a:ext>
              </a:extLst>
            </p:cNvPr>
            <p:cNvSpPr/>
            <p:nvPr/>
          </p:nvSpPr>
          <p:spPr>
            <a:xfrm>
              <a:off x="589942" y="3501"/>
              <a:ext cx="2296876" cy="2296858"/>
            </a:xfrm>
            <a:custGeom>
              <a:avLst/>
              <a:gdLst>
                <a:gd name="connsiteX0" fmla="*/ 0 w 2296876"/>
                <a:gd name="connsiteY0" fmla="*/ 1148429 h 2296858"/>
                <a:gd name="connsiteX1" fmla="*/ 1148438 w 2296876"/>
                <a:gd name="connsiteY1" fmla="*/ 0 h 2296858"/>
                <a:gd name="connsiteX2" fmla="*/ 2296876 w 2296876"/>
                <a:gd name="connsiteY2" fmla="*/ 0 h 2296858"/>
                <a:gd name="connsiteX3" fmla="*/ 2296876 w 2296876"/>
                <a:gd name="connsiteY3" fmla="*/ 1148429 h 2296858"/>
                <a:gd name="connsiteX4" fmla="*/ 1145146 w 2296876"/>
                <a:gd name="connsiteY4" fmla="*/ 2296859 h 2296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96876" h="2296858">
                  <a:moveTo>
                    <a:pt x="0" y="1148429"/>
                  </a:moveTo>
                  <a:lnTo>
                    <a:pt x="1148438" y="0"/>
                  </a:lnTo>
                  <a:lnTo>
                    <a:pt x="2296876" y="0"/>
                  </a:lnTo>
                  <a:lnTo>
                    <a:pt x="2296876" y="1148429"/>
                  </a:lnTo>
                  <a:lnTo>
                    <a:pt x="1145146" y="2296859"/>
                  </a:lnTo>
                </a:path>
              </a:pathLst>
            </a:custGeom>
            <a:noFill/>
            <a:ln w="6298" cap="flat">
              <a:solidFill>
                <a:srgbClr val="7B27F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21BE14E-D5A5-E8AC-E5AD-AF135DA96A71}"/>
                </a:ext>
              </a:extLst>
            </p:cNvPr>
            <p:cNvSpPr/>
            <p:nvPr/>
          </p:nvSpPr>
          <p:spPr>
            <a:xfrm>
              <a:off x="1738380" y="3501"/>
              <a:ext cx="1158313" cy="1159985"/>
            </a:xfrm>
            <a:custGeom>
              <a:avLst/>
              <a:gdLst>
                <a:gd name="connsiteX0" fmla="*/ 1158314 w 1158313"/>
                <a:gd name="connsiteY0" fmla="*/ 0 h 1159985"/>
                <a:gd name="connsiteX1" fmla="*/ 0 w 1158313"/>
                <a:gd name="connsiteY1" fmla="*/ 1159986 h 115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58313" h="1159985">
                  <a:moveTo>
                    <a:pt x="1158314" y="0"/>
                  </a:moveTo>
                  <a:lnTo>
                    <a:pt x="0" y="1159986"/>
                  </a:lnTo>
                </a:path>
              </a:pathLst>
            </a:custGeom>
            <a:ln w="6298" cap="flat">
              <a:solidFill>
                <a:srgbClr val="7B27F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6FC8DAE8-F78B-39D4-C8B3-F00C22F50F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4378" y="0"/>
            <a:ext cx="7237622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35F848A-9408-8F44-046C-6E0E6ADA9B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22000" y="5588000"/>
            <a:ext cx="1269999" cy="1269999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35F2E65-FC0E-C238-05C5-57606E5BCF3D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5753099" y="2849132"/>
            <a:ext cx="4720079" cy="1107996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4000" b="1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AD4EB10-7E76-E65A-29FD-8D1A88F7A39D}"/>
              </a:ext>
            </a:extLst>
          </p:cNvPr>
          <p:cNvSpPr/>
          <p:nvPr/>
        </p:nvSpPr>
        <p:spPr>
          <a:xfrm>
            <a:off x="550269" y="5411132"/>
            <a:ext cx="589172" cy="589168"/>
          </a:xfrm>
          <a:custGeom>
            <a:avLst/>
            <a:gdLst>
              <a:gd name="connsiteX0" fmla="*/ 0 w 589172"/>
              <a:gd name="connsiteY0" fmla="*/ 0 h 589168"/>
              <a:gd name="connsiteX1" fmla="*/ 589172 w 589172"/>
              <a:gd name="connsiteY1" fmla="*/ 0 h 589168"/>
              <a:gd name="connsiteX2" fmla="*/ 589172 w 589172"/>
              <a:gd name="connsiteY2" fmla="*/ 589168 h 589168"/>
              <a:gd name="connsiteX3" fmla="*/ 0 w 589172"/>
              <a:gd name="connsiteY3" fmla="*/ 589168 h 589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9172" h="589168">
                <a:moveTo>
                  <a:pt x="0" y="0"/>
                </a:moveTo>
                <a:lnTo>
                  <a:pt x="589172" y="0"/>
                </a:lnTo>
                <a:lnTo>
                  <a:pt x="589172" y="589168"/>
                </a:lnTo>
                <a:lnTo>
                  <a:pt x="0" y="589168"/>
                </a:lnTo>
                <a:close/>
              </a:path>
            </a:pathLst>
          </a:custGeom>
          <a:solidFill>
            <a:srgbClr val="6801DC"/>
          </a:solidFill>
          <a:ln w="6298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A8F1B72-2769-0AF9-2723-A95A6BFD2D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658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1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B236B6CE-E872-2C36-565A-6B499CB76E8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60463" y="2192338"/>
            <a:ext cx="3771900" cy="3214687"/>
          </a:xfrm>
        </p:spPr>
        <p:txBody>
          <a:bodyPr/>
          <a:lstStyle/>
          <a:p>
            <a:endParaRPr lang="en-IN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E19FFEC-473B-7C1F-4D97-1E47590C3673}"/>
              </a:ext>
            </a:extLst>
          </p:cNvPr>
          <p:cNvGrpSpPr/>
          <p:nvPr userDrawn="1"/>
        </p:nvGrpSpPr>
        <p:grpSpPr>
          <a:xfrm>
            <a:off x="0" y="-110328"/>
            <a:ext cx="2306751" cy="2303232"/>
            <a:chOff x="589942" y="3501"/>
            <a:chExt cx="2306751" cy="2303232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294C2C7-A0D5-76E1-3DD9-A54C11F48C12}"/>
                </a:ext>
              </a:extLst>
            </p:cNvPr>
            <p:cNvSpPr/>
            <p:nvPr/>
          </p:nvSpPr>
          <p:spPr>
            <a:xfrm>
              <a:off x="589942" y="1145697"/>
              <a:ext cx="1161045" cy="1161036"/>
            </a:xfrm>
            <a:custGeom>
              <a:avLst/>
              <a:gdLst>
                <a:gd name="connsiteX0" fmla="*/ 0 w 1161045"/>
                <a:gd name="connsiteY0" fmla="*/ 0 h 1161036"/>
                <a:gd name="connsiteX1" fmla="*/ 1161045 w 1161045"/>
                <a:gd name="connsiteY1" fmla="*/ 0 h 1161036"/>
                <a:gd name="connsiteX2" fmla="*/ 1161045 w 1161045"/>
                <a:gd name="connsiteY2" fmla="*/ 1161037 h 1161036"/>
                <a:gd name="connsiteX3" fmla="*/ 0 w 1161045"/>
                <a:gd name="connsiteY3" fmla="*/ 1161037 h 1161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1045" h="1161036">
                  <a:moveTo>
                    <a:pt x="0" y="0"/>
                  </a:moveTo>
                  <a:lnTo>
                    <a:pt x="1161045" y="0"/>
                  </a:lnTo>
                  <a:lnTo>
                    <a:pt x="1161045" y="1161037"/>
                  </a:lnTo>
                  <a:lnTo>
                    <a:pt x="0" y="1161037"/>
                  </a:lnTo>
                  <a:close/>
                </a:path>
              </a:pathLst>
            </a:custGeom>
            <a:solidFill>
              <a:srgbClr val="6801DC"/>
            </a:solidFill>
            <a:ln w="62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9BACE52-D1EC-4819-1F3C-EAC782E69489}"/>
                </a:ext>
              </a:extLst>
            </p:cNvPr>
            <p:cNvSpPr/>
            <p:nvPr/>
          </p:nvSpPr>
          <p:spPr>
            <a:xfrm>
              <a:off x="589942" y="3501"/>
              <a:ext cx="2296876" cy="2296858"/>
            </a:xfrm>
            <a:custGeom>
              <a:avLst/>
              <a:gdLst>
                <a:gd name="connsiteX0" fmla="*/ 0 w 2296876"/>
                <a:gd name="connsiteY0" fmla="*/ 1148429 h 2296858"/>
                <a:gd name="connsiteX1" fmla="*/ 1148438 w 2296876"/>
                <a:gd name="connsiteY1" fmla="*/ 0 h 2296858"/>
                <a:gd name="connsiteX2" fmla="*/ 2296876 w 2296876"/>
                <a:gd name="connsiteY2" fmla="*/ 0 h 2296858"/>
                <a:gd name="connsiteX3" fmla="*/ 2296876 w 2296876"/>
                <a:gd name="connsiteY3" fmla="*/ 1148429 h 2296858"/>
                <a:gd name="connsiteX4" fmla="*/ 1145146 w 2296876"/>
                <a:gd name="connsiteY4" fmla="*/ 2296859 h 2296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96876" h="2296858">
                  <a:moveTo>
                    <a:pt x="0" y="1148429"/>
                  </a:moveTo>
                  <a:lnTo>
                    <a:pt x="1148438" y="0"/>
                  </a:lnTo>
                  <a:lnTo>
                    <a:pt x="2296876" y="0"/>
                  </a:lnTo>
                  <a:lnTo>
                    <a:pt x="2296876" y="1148429"/>
                  </a:lnTo>
                  <a:lnTo>
                    <a:pt x="1145146" y="2296859"/>
                  </a:lnTo>
                </a:path>
              </a:pathLst>
            </a:custGeom>
            <a:noFill/>
            <a:ln w="6298" cap="flat">
              <a:solidFill>
                <a:srgbClr val="7B27F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21BE14E-D5A5-E8AC-E5AD-AF135DA96A71}"/>
                </a:ext>
              </a:extLst>
            </p:cNvPr>
            <p:cNvSpPr/>
            <p:nvPr/>
          </p:nvSpPr>
          <p:spPr>
            <a:xfrm>
              <a:off x="1738380" y="3501"/>
              <a:ext cx="1158313" cy="1159985"/>
            </a:xfrm>
            <a:custGeom>
              <a:avLst/>
              <a:gdLst>
                <a:gd name="connsiteX0" fmla="*/ 1158314 w 1158313"/>
                <a:gd name="connsiteY0" fmla="*/ 0 h 1159985"/>
                <a:gd name="connsiteX1" fmla="*/ 0 w 1158313"/>
                <a:gd name="connsiteY1" fmla="*/ 1159986 h 115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58313" h="1159985">
                  <a:moveTo>
                    <a:pt x="1158314" y="0"/>
                  </a:moveTo>
                  <a:lnTo>
                    <a:pt x="0" y="1159986"/>
                  </a:lnTo>
                </a:path>
              </a:pathLst>
            </a:custGeom>
            <a:ln w="6298" cap="flat">
              <a:solidFill>
                <a:srgbClr val="7B27F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6FC8DAE8-F78B-39D4-C8B3-F00C22F50F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4378" y="0"/>
            <a:ext cx="7237622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35F848A-9408-8F44-046C-6E0E6ADA9B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22000" y="5588000"/>
            <a:ext cx="1269999" cy="1269999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35F2E65-FC0E-C238-05C5-57606E5BCF3D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5753099" y="2875002"/>
            <a:ext cx="4748361" cy="1107996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18E820F-DBE6-8203-10D1-3B4A01F1B053}"/>
              </a:ext>
            </a:extLst>
          </p:cNvPr>
          <p:cNvSpPr/>
          <p:nvPr userDrawn="1"/>
        </p:nvSpPr>
        <p:spPr>
          <a:xfrm>
            <a:off x="1136266" y="5412930"/>
            <a:ext cx="1787081" cy="1445070"/>
          </a:xfrm>
          <a:custGeom>
            <a:avLst/>
            <a:gdLst>
              <a:gd name="connsiteX0" fmla="*/ 0 w 3417858"/>
              <a:gd name="connsiteY0" fmla="*/ 0 h 3417832"/>
              <a:gd name="connsiteX1" fmla="*/ 3417859 w 3417858"/>
              <a:gd name="connsiteY1" fmla="*/ 3417833 h 341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17858" h="3417832">
                <a:moveTo>
                  <a:pt x="0" y="0"/>
                </a:moveTo>
                <a:lnTo>
                  <a:pt x="3417859" y="3417833"/>
                </a:lnTo>
              </a:path>
            </a:pathLst>
          </a:custGeom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395458FD-A920-3DBA-BD1B-D1E250C277E9}"/>
              </a:ext>
            </a:extLst>
          </p:cNvPr>
          <p:cNvSpPr/>
          <p:nvPr userDrawn="1"/>
        </p:nvSpPr>
        <p:spPr>
          <a:xfrm>
            <a:off x="-648633" y="5413143"/>
            <a:ext cx="1787081" cy="1742780"/>
          </a:xfrm>
          <a:custGeom>
            <a:avLst/>
            <a:gdLst>
              <a:gd name="connsiteX0" fmla="*/ 1747486 w 1747486"/>
              <a:gd name="connsiteY0" fmla="*/ 579643 h 1747472"/>
              <a:gd name="connsiteX1" fmla="*/ 579647 w 1747486"/>
              <a:gd name="connsiteY1" fmla="*/ 1747473 h 1747472"/>
              <a:gd name="connsiteX2" fmla="*/ 0 w 1747486"/>
              <a:gd name="connsiteY2" fmla="*/ 1747473 h 1747472"/>
              <a:gd name="connsiteX3" fmla="*/ 0 w 1747486"/>
              <a:gd name="connsiteY3" fmla="*/ 1167830 h 1747472"/>
              <a:gd name="connsiteX4" fmla="*/ 1169450 w 1747486"/>
              <a:gd name="connsiteY4" fmla="*/ 0 h 1747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7486" h="1747472">
                <a:moveTo>
                  <a:pt x="1747486" y="579643"/>
                </a:moveTo>
                <a:lnTo>
                  <a:pt x="579647" y="1747473"/>
                </a:lnTo>
                <a:lnTo>
                  <a:pt x="0" y="1747473"/>
                </a:lnTo>
                <a:lnTo>
                  <a:pt x="0" y="1167830"/>
                </a:lnTo>
                <a:lnTo>
                  <a:pt x="1169450" y="0"/>
                </a:lnTo>
              </a:path>
            </a:pathLst>
          </a:custGeom>
          <a:noFill/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49561116-FC82-5E92-5F6E-626F93F44762}"/>
              </a:ext>
            </a:extLst>
          </p:cNvPr>
          <p:cNvSpPr/>
          <p:nvPr userDrawn="1"/>
        </p:nvSpPr>
        <p:spPr>
          <a:xfrm>
            <a:off x="-647245" y="5997140"/>
            <a:ext cx="1198902" cy="1182598"/>
          </a:xfrm>
          <a:custGeom>
            <a:avLst/>
            <a:gdLst>
              <a:gd name="connsiteX0" fmla="*/ 1158314 w 1158313"/>
              <a:gd name="connsiteY0" fmla="*/ 0 h 1159985"/>
              <a:gd name="connsiteX1" fmla="*/ 0 w 1158313"/>
              <a:gd name="connsiteY1" fmla="*/ 1159986 h 115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58313" h="1159985">
                <a:moveTo>
                  <a:pt x="1158314" y="0"/>
                </a:moveTo>
                <a:lnTo>
                  <a:pt x="0" y="1159986"/>
                </a:lnTo>
              </a:path>
            </a:pathLst>
          </a:custGeom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56DF2066-7F52-81F7-D881-54160AC104E8}"/>
              </a:ext>
            </a:extLst>
          </p:cNvPr>
          <p:cNvSpPr/>
          <p:nvPr userDrawn="1"/>
        </p:nvSpPr>
        <p:spPr>
          <a:xfrm>
            <a:off x="550269" y="5411132"/>
            <a:ext cx="589172" cy="589168"/>
          </a:xfrm>
          <a:custGeom>
            <a:avLst/>
            <a:gdLst>
              <a:gd name="connsiteX0" fmla="*/ 0 w 589172"/>
              <a:gd name="connsiteY0" fmla="*/ 0 h 589168"/>
              <a:gd name="connsiteX1" fmla="*/ 589172 w 589172"/>
              <a:gd name="connsiteY1" fmla="*/ 0 h 589168"/>
              <a:gd name="connsiteX2" fmla="*/ 589172 w 589172"/>
              <a:gd name="connsiteY2" fmla="*/ 589168 h 589168"/>
              <a:gd name="connsiteX3" fmla="*/ 0 w 589172"/>
              <a:gd name="connsiteY3" fmla="*/ 589168 h 589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9172" h="589168">
                <a:moveTo>
                  <a:pt x="0" y="0"/>
                </a:moveTo>
                <a:lnTo>
                  <a:pt x="589172" y="0"/>
                </a:lnTo>
                <a:lnTo>
                  <a:pt x="589172" y="589168"/>
                </a:lnTo>
                <a:lnTo>
                  <a:pt x="0" y="589168"/>
                </a:lnTo>
                <a:close/>
              </a:path>
            </a:pathLst>
          </a:custGeom>
          <a:solidFill>
            <a:srgbClr val="6801DC"/>
          </a:solidFill>
          <a:ln w="6298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F5EF79B-DFF2-5B27-C769-4DCA481516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893076" y="260783"/>
            <a:ext cx="925209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803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1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03500" y="3828605"/>
            <a:ext cx="7239000" cy="276999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Danke . Gracias . </a:t>
            </a:r>
            <a:r>
              <a:rPr lang="en-US" err="1"/>
              <a:t>Arigato</a:t>
            </a:r>
            <a:r>
              <a:rPr lang="en-US"/>
              <a:t> . </a:t>
            </a:r>
            <a:r>
              <a:rPr lang="ar-AE"/>
              <a:t>شكرًا لك </a:t>
            </a:r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77907" y="3070664"/>
            <a:ext cx="5450205" cy="455509"/>
          </a:xfrm>
        </p:spPr>
        <p:txBody>
          <a:bodyPr wrap="square" lIns="0" tIns="0" rIns="0" bIns="0" anchor="ctr">
            <a:spAutoFit/>
          </a:bodyPr>
          <a:lstStyle>
            <a:lvl1pPr marL="0" indent="0" algn="ctr">
              <a:buNone/>
              <a:defRPr sz="32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0B76027-E332-1451-C842-EC002E59BD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03500" y="4408037"/>
            <a:ext cx="7239000" cy="153888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Needs &amp; expectations of Analytical Insights are changing Rapidly 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ACD6570E-B37D-61AB-A283-C8BAAB64EC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00" y="6104979"/>
            <a:ext cx="4472940" cy="338554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We can partner together for greater decision-making speed,</a:t>
            </a:r>
          </a:p>
          <a:p>
            <a:pPr lvl="0"/>
            <a:r>
              <a:rPr lang="en-US"/>
              <a:t>And help you make the changes 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38B98EDE-92AF-B69E-1BC5-E55411B74C2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20199" y="6020341"/>
            <a:ext cx="2603501" cy="246221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United States | United Kingdom | India | United Arab Emirates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1EDA292F-17B8-2EAE-B1F7-E35BF5DC67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20199" y="6267598"/>
            <a:ext cx="2603501" cy="123110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www.c5i.ai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A208FF4B-6421-33B1-332F-7A714CAB9A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9259" y="1295107"/>
            <a:ext cx="2713482" cy="139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882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A910EB0-EBBA-9768-BB5B-712708A55D8E}"/>
              </a:ext>
            </a:extLst>
          </p:cNvPr>
          <p:cNvGrpSpPr/>
          <p:nvPr userDrawn="1"/>
        </p:nvGrpSpPr>
        <p:grpSpPr>
          <a:xfrm>
            <a:off x="0" y="0"/>
            <a:ext cx="12218670" cy="6877368"/>
            <a:chOff x="0" y="0"/>
            <a:chExt cx="12218670" cy="6877368"/>
          </a:xfrm>
        </p:grpSpPr>
        <p:pic>
          <p:nvPicPr>
            <p:cNvPr id="6" name="Picture 5" descr="A group of glass squares&#10;&#10;Description automatically generated">
              <a:extLst>
                <a:ext uri="{FF2B5EF4-FFF2-40B4-BE49-F238E27FC236}">
                  <a16:creationId xmlns:a16="http://schemas.microsoft.com/office/drawing/2014/main" id="{2DF0C94B-3105-699A-8EE8-2EC9F73334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98FB322-AEF2-B0D5-4523-275EEA640EB7}"/>
                </a:ext>
              </a:extLst>
            </p:cNvPr>
            <p:cNvSpPr/>
            <p:nvPr userDrawn="1"/>
          </p:nvSpPr>
          <p:spPr>
            <a:xfrm>
              <a:off x="0" y="0"/>
              <a:ext cx="12218670" cy="6877368"/>
            </a:xfrm>
            <a:prstGeom prst="rect">
              <a:avLst/>
            </a:prstGeom>
            <a:solidFill>
              <a:schemeClr val="tx1"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03500" y="3828605"/>
            <a:ext cx="7239000" cy="276999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Danke . Gracias . </a:t>
            </a:r>
            <a:r>
              <a:rPr lang="en-US" err="1"/>
              <a:t>Arigato</a:t>
            </a:r>
            <a:r>
              <a:rPr lang="en-US"/>
              <a:t> . </a:t>
            </a:r>
            <a:r>
              <a:rPr lang="ar-AE"/>
              <a:t>شكرًا لك </a:t>
            </a:r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77907" y="3070664"/>
            <a:ext cx="5450205" cy="455509"/>
          </a:xfrm>
        </p:spPr>
        <p:txBody>
          <a:bodyPr wrap="square" lIns="0" tIns="0" rIns="0" bIns="0" anchor="ctr">
            <a:spAutoFit/>
          </a:bodyPr>
          <a:lstStyle>
            <a:lvl1pPr marL="0" indent="0" algn="ctr">
              <a:buNone/>
              <a:defRPr sz="3200" b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0B76027-E332-1451-C842-EC002E59BD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03500" y="4408037"/>
            <a:ext cx="7239000" cy="153888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Needs &amp; expectations of Analytical Insights are changing Rapidly 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ACD6570E-B37D-61AB-A283-C8BAAB64EC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00" y="6104979"/>
            <a:ext cx="4472940" cy="338554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We can partner together for greater decision-making speed,</a:t>
            </a:r>
          </a:p>
          <a:p>
            <a:pPr lvl="0"/>
            <a:r>
              <a:rPr lang="en-US"/>
              <a:t>And help you make the changes 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38B98EDE-92AF-B69E-1BC5-E55411B74C2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20199" y="6020341"/>
            <a:ext cx="2603501" cy="246221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United States | United Kingdom | India | United Arab Emirates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1EDA292F-17B8-2EAE-B1F7-E35BF5DC67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20199" y="6267598"/>
            <a:ext cx="2603501" cy="123110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www.c5i.ai</a:t>
            </a:r>
          </a:p>
        </p:txBody>
      </p:sp>
      <p:grpSp>
        <p:nvGrpSpPr>
          <p:cNvPr id="3" name="Graphic 8">
            <a:extLst>
              <a:ext uri="{FF2B5EF4-FFF2-40B4-BE49-F238E27FC236}">
                <a16:creationId xmlns:a16="http://schemas.microsoft.com/office/drawing/2014/main" id="{D17721CF-C478-A34D-482E-6EC88169A2A3}"/>
              </a:ext>
            </a:extLst>
          </p:cNvPr>
          <p:cNvGrpSpPr/>
          <p:nvPr userDrawn="1"/>
        </p:nvGrpSpPr>
        <p:grpSpPr>
          <a:xfrm>
            <a:off x="4741200" y="1101600"/>
            <a:ext cx="2714400" cy="1396800"/>
            <a:chOff x="4401883" y="2441257"/>
            <a:chExt cx="3385629" cy="1744027"/>
          </a:xfrm>
          <a:solidFill>
            <a:srgbClr val="FFFFFF"/>
          </a:solidFill>
        </p:grpSpPr>
        <p:grpSp>
          <p:nvGrpSpPr>
            <p:cNvPr id="5" name="Graphic 8">
              <a:extLst>
                <a:ext uri="{FF2B5EF4-FFF2-40B4-BE49-F238E27FC236}">
                  <a16:creationId xmlns:a16="http://schemas.microsoft.com/office/drawing/2014/main" id="{BF6468DF-2F91-FD70-4E2C-94722DE246BA}"/>
                </a:ext>
              </a:extLst>
            </p:cNvPr>
            <p:cNvGrpSpPr/>
            <p:nvPr/>
          </p:nvGrpSpPr>
          <p:grpSpPr>
            <a:xfrm>
              <a:off x="4401883" y="2441257"/>
              <a:ext cx="3385629" cy="1743900"/>
              <a:chOff x="4401883" y="2441257"/>
              <a:chExt cx="3385629" cy="1743900"/>
            </a:xfrm>
            <a:solidFill>
              <a:srgbClr val="FFFFFF"/>
            </a:solidFill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69F96F12-75CF-6E04-B4A7-158C1832B695}"/>
                  </a:ext>
                </a:extLst>
              </p:cNvPr>
              <p:cNvSpPr/>
              <p:nvPr/>
            </p:nvSpPr>
            <p:spPr>
              <a:xfrm>
                <a:off x="4401883" y="2441257"/>
                <a:ext cx="1317688" cy="1743900"/>
              </a:xfrm>
              <a:custGeom>
                <a:avLst/>
                <a:gdLst>
                  <a:gd name="connsiteX0" fmla="*/ 1317689 w 1317688"/>
                  <a:gd name="connsiteY0" fmla="*/ 871982 h 1743900"/>
                  <a:gd name="connsiteX1" fmla="*/ 1317689 w 1317688"/>
                  <a:gd name="connsiteY1" fmla="*/ 443992 h 1743900"/>
                  <a:gd name="connsiteX2" fmla="*/ 1308989 w 1317688"/>
                  <a:gd name="connsiteY2" fmla="*/ 427990 h 1743900"/>
                  <a:gd name="connsiteX3" fmla="*/ 886587 w 1317688"/>
                  <a:gd name="connsiteY3" fmla="*/ 5588 h 1743900"/>
                  <a:gd name="connsiteX4" fmla="*/ 873125 w 1317688"/>
                  <a:gd name="connsiteY4" fmla="*/ 0 h 1743900"/>
                  <a:gd name="connsiteX5" fmla="*/ 446977 w 1317688"/>
                  <a:gd name="connsiteY5" fmla="*/ 0 h 1743900"/>
                  <a:gd name="connsiteX6" fmla="*/ 445706 w 1317688"/>
                  <a:gd name="connsiteY6" fmla="*/ 127 h 1743900"/>
                  <a:gd name="connsiteX7" fmla="*/ 445516 w 1317688"/>
                  <a:gd name="connsiteY7" fmla="*/ 127 h 1743900"/>
                  <a:gd name="connsiteX8" fmla="*/ 443992 w 1317688"/>
                  <a:gd name="connsiteY8" fmla="*/ 0 h 1743900"/>
                  <a:gd name="connsiteX9" fmla="*/ 424942 w 1317688"/>
                  <a:gd name="connsiteY9" fmla="*/ 19050 h 1743900"/>
                  <a:gd name="connsiteX10" fmla="*/ 424942 w 1317688"/>
                  <a:gd name="connsiteY10" fmla="*/ 437324 h 1743900"/>
                  <a:gd name="connsiteX11" fmla="*/ 5588 w 1317688"/>
                  <a:gd name="connsiteY11" fmla="*/ 856678 h 1743900"/>
                  <a:gd name="connsiteX12" fmla="*/ 0 w 1317688"/>
                  <a:gd name="connsiteY12" fmla="*/ 870140 h 1743900"/>
                  <a:gd name="connsiteX13" fmla="*/ 0 w 1317688"/>
                  <a:gd name="connsiteY13" fmla="*/ 1298384 h 1743900"/>
                  <a:gd name="connsiteX14" fmla="*/ 0 w 1317688"/>
                  <a:gd name="connsiteY14" fmla="*/ 1299020 h 1743900"/>
                  <a:gd name="connsiteX15" fmla="*/ 0 w 1317688"/>
                  <a:gd name="connsiteY15" fmla="*/ 1299146 h 1743900"/>
                  <a:gd name="connsiteX16" fmla="*/ 0 w 1317688"/>
                  <a:gd name="connsiteY16" fmla="*/ 1299908 h 1743900"/>
                  <a:gd name="connsiteX17" fmla="*/ 19050 w 1317688"/>
                  <a:gd name="connsiteY17" fmla="*/ 1318958 h 1743900"/>
                  <a:gd name="connsiteX18" fmla="*/ 438468 w 1317688"/>
                  <a:gd name="connsiteY18" fmla="*/ 1318958 h 1743900"/>
                  <a:gd name="connsiteX19" fmla="*/ 857821 w 1317688"/>
                  <a:gd name="connsiteY19" fmla="*/ 1738313 h 1743900"/>
                  <a:gd name="connsiteX20" fmla="*/ 871347 w 1317688"/>
                  <a:gd name="connsiteY20" fmla="*/ 1743901 h 1743900"/>
                  <a:gd name="connsiteX21" fmla="*/ 1298067 w 1317688"/>
                  <a:gd name="connsiteY21" fmla="*/ 1743901 h 1743900"/>
                  <a:gd name="connsiteX22" fmla="*/ 1301115 w 1317688"/>
                  <a:gd name="connsiteY22" fmla="*/ 1743646 h 1743900"/>
                  <a:gd name="connsiteX23" fmla="*/ 1301750 w 1317688"/>
                  <a:gd name="connsiteY23" fmla="*/ 1743520 h 1743900"/>
                  <a:gd name="connsiteX24" fmla="*/ 1302956 w 1317688"/>
                  <a:gd name="connsiteY24" fmla="*/ 1743202 h 1743900"/>
                  <a:gd name="connsiteX25" fmla="*/ 1305370 w 1317688"/>
                  <a:gd name="connsiteY25" fmla="*/ 1742440 h 1743900"/>
                  <a:gd name="connsiteX26" fmla="*/ 1305496 w 1317688"/>
                  <a:gd name="connsiteY26" fmla="*/ 1742377 h 1743900"/>
                  <a:gd name="connsiteX27" fmla="*/ 1307783 w 1317688"/>
                  <a:gd name="connsiteY27" fmla="*/ 1741233 h 1743900"/>
                  <a:gd name="connsiteX28" fmla="*/ 1308037 w 1317688"/>
                  <a:gd name="connsiteY28" fmla="*/ 1741107 h 1743900"/>
                  <a:gd name="connsiteX29" fmla="*/ 1310196 w 1317688"/>
                  <a:gd name="connsiteY29" fmla="*/ 1739519 h 1743900"/>
                  <a:gd name="connsiteX30" fmla="*/ 1311783 w 1317688"/>
                  <a:gd name="connsiteY30" fmla="*/ 1737995 h 1743900"/>
                  <a:gd name="connsiteX31" fmla="*/ 1312609 w 1317688"/>
                  <a:gd name="connsiteY31" fmla="*/ 1737106 h 1743900"/>
                  <a:gd name="connsiteX32" fmla="*/ 1313942 w 1317688"/>
                  <a:gd name="connsiteY32" fmla="*/ 1735391 h 1743900"/>
                  <a:gd name="connsiteX33" fmla="*/ 1315149 w 1317688"/>
                  <a:gd name="connsiteY33" fmla="*/ 1733169 h 1743900"/>
                  <a:gd name="connsiteX34" fmla="*/ 1316228 w 1317688"/>
                  <a:gd name="connsiteY34" fmla="*/ 1730502 h 1743900"/>
                  <a:gd name="connsiteX35" fmla="*/ 1316546 w 1317688"/>
                  <a:gd name="connsiteY35" fmla="*/ 1729359 h 1743900"/>
                  <a:gd name="connsiteX36" fmla="*/ 1316799 w 1317688"/>
                  <a:gd name="connsiteY36" fmla="*/ 1728343 h 1743900"/>
                  <a:gd name="connsiteX37" fmla="*/ 1316990 w 1317688"/>
                  <a:gd name="connsiteY37" fmla="*/ 1726756 h 1743900"/>
                  <a:gd name="connsiteX38" fmla="*/ 1317117 w 1317688"/>
                  <a:gd name="connsiteY38" fmla="*/ 1724851 h 1743900"/>
                  <a:gd name="connsiteX39" fmla="*/ 1317117 w 1317688"/>
                  <a:gd name="connsiteY39" fmla="*/ 1298067 h 1743900"/>
                  <a:gd name="connsiteX40" fmla="*/ 1311529 w 1317688"/>
                  <a:gd name="connsiteY40" fmla="*/ 1284605 h 1743900"/>
                  <a:gd name="connsiteX41" fmla="*/ 917956 w 1317688"/>
                  <a:gd name="connsiteY41" fmla="*/ 891032 h 1743900"/>
                  <a:gd name="connsiteX42" fmla="*/ 1298639 w 1317688"/>
                  <a:gd name="connsiteY42" fmla="*/ 891032 h 1743900"/>
                  <a:gd name="connsiteX43" fmla="*/ 1317689 w 1317688"/>
                  <a:gd name="connsiteY43" fmla="*/ 871982 h 1743900"/>
                  <a:gd name="connsiteX44" fmla="*/ 853503 w 1317688"/>
                  <a:gd name="connsiteY44" fmla="*/ 852932 h 1743900"/>
                  <a:gd name="connsiteX45" fmla="*/ 465455 w 1317688"/>
                  <a:gd name="connsiteY45" fmla="*/ 852932 h 1743900"/>
                  <a:gd name="connsiteX46" fmla="*/ 465455 w 1317688"/>
                  <a:gd name="connsiteY46" fmla="*/ 463042 h 1743900"/>
                  <a:gd name="connsiteX47" fmla="*/ 853503 w 1317688"/>
                  <a:gd name="connsiteY47" fmla="*/ 463042 h 1743900"/>
                  <a:gd name="connsiteX48" fmla="*/ 853503 w 1317688"/>
                  <a:gd name="connsiteY48" fmla="*/ 852932 h 1743900"/>
                  <a:gd name="connsiteX49" fmla="*/ 463042 w 1317688"/>
                  <a:gd name="connsiteY49" fmla="*/ 424942 h 1743900"/>
                  <a:gd name="connsiteX50" fmla="*/ 463042 w 1317688"/>
                  <a:gd name="connsiteY50" fmla="*/ 62103 h 1743900"/>
                  <a:gd name="connsiteX51" fmla="*/ 825944 w 1317688"/>
                  <a:gd name="connsiteY51" fmla="*/ 424942 h 1743900"/>
                  <a:gd name="connsiteX52" fmla="*/ 463042 w 1317688"/>
                  <a:gd name="connsiteY52" fmla="*/ 424942 h 1743900"/>
                  <a:gd name="connsiteX53" fmla="*/ 865251 w 1317688"/>
                  <a:gd name="connsiteY53" fmla="*/ 38100 h 1743900"/>
                  <a:gd name="connsiteX54" fmla="*/ 1252093 w 1317688"/>
                  <a:gd name="connsiteY54" fmla="*/ 424942 h 1743900"/>
                  <a:gd name="connsiteX55" fmla="*/ 879793 w 1317688"/>
                  <a:gd name="connsiteY55" fmla="*/ 424942 h 1743900"/>
                  <a:gd name="connsiteX56" fmla="*/ 492950 w 1317688"/>
                  <a:gd name="connsiteY56" fmla="*/ 38100 h 1743900"/>
                  <a:gd name="connsiteX57" fmla="*/ 865251 w 1317688"/>
                  <a:gd name="connsiteY57" fmla="*/ 38100 h 1743900"/>
                  <a:gd name="connsiteX58" fmla="*/ 38100 w 1317688"/>
                  <a:gd name="connsiteY58" fmla="*/ 878014 h 1743900"/>
                  <a:gd name="connsiteX59" fmla="*/ 427355 w 1317688"/>
                  <a:gd name="connsiteY59" fmla="*/ 488760 h 1743900"/>
                  <a:gd name="connsiteX60" fmla="*/ 427355 w 1317688"/>
                  <a:gd name="connsiteY60" fmla="*/ 863155 h 1743900"/>
                  <a:gd name="connsiteX61" fmla="*/ 38100 w 1317688"/>
                  <a:gd name="connsiteY61" fmla="*/ 1252410 h 1743900"/>
                  <a:gd name="connsiteX62" fmla="*/ 38100 w 1317688"/>
                  <a:gd name="connsiteY62" fmla="*/ 878014 h 1743900"/>
                  <a:gd name="connsiteX63" fmla="*/ 427355 w 1317688"/>
                  <a:gd name="connsiteY63" fmla="*/ 917003 h 1743900"/>
                  <a:gd name="connsiteX64" fmla="*/ 427355 w 1317688"/>
                  <a:gd name="connsiteY64" fmla="*/ 1280858 h 1743900"/>
                  <a:gd name="connsiteX65" fmla="*/ 63500 w 1317688"/>
                  <a:gd name="connsiteY65" fmla="*/ 1280858 h 1743900"/>
                  <a:gd name="connsiteX66" fmla="*/ 427355 w 1317688"/>
                  <a:gd name="connsiteY66" fmla="*/ 917003 h 1743900"/>
                  <a:gd name="connsiteX67" fmla="*/ 879221 w 1317688"/>
                  <a:gd name="connsiteY67" fmla="*/ 1705801 h 1743900"/>
                  <a:gd name="connsiteX68" fmla="*/ 492379 w 1317688"/>
                  <a:gd name="connsiteY68" fmla="*/ 1318958 h 1743900"/>
                  <a:gd name="connsiteX69" fmla="*/ 865251 w 1317688"/>
                  <a:gd name="connsiteY69" fmla="*/ 1318958 h 1743900"/>
                  <a:gd name="connsiteX70" fmla="*/ 1252093 w 1317688"/>
                  <a:gd name="connsiteY70" fmla="*/ 1705801 h 1743900"/>
                  <a:gd name="connsiteX71" fmla="*/ 879221 w 1317688"/>
                  <a:gd name="connsiteY71" fmla="*/ 1705801 h 1743900"/>
                  <a:gd name="connsiteX72" fmla="*/ 1279017 w 1317688"/>
                  <a:gd name="connsiteY72" fmla="*/ 1306004 h 1743900"/>
                  <a:gd name="connsiteX73" fmla="*/ 1279017 w 1317688"/>
                  <a:gd name="connsiteY73" fmla="*/ 1678813 h 1743900"/>
                  <a:gd name="connsiteX74" fmla="*/ 891603 w 1317688"/>
                  <a:gd name="connsiteY74" fmla="*/ 1291463 h 1743900"/>
                  <a:gd name="connsiteX75" fmla="*/ 891603 w 1317688"/>
                  <a:gd name="connsiteY75" fmla="*/ 918591 h 1743900"/>
                  <a:gd name="connsiteX76" fmla="*/ 1279017 w 1317688"/>
                  <a:gd name="connsiteY76" fmla="*/ 1306004 h 1743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1317688" h="1743900">
                    <a:moveTo>
                      <a:pt x="1317689" y="871982"/>
                    </a:moveTo>
                    <a:lnTo>
                      <a:pt x="1317689" y="443992"/>
                    </a:lnTo>
                    <a:cubicBezTo>
                      <a:pt x="1317689" y="437324"/>
                      <a:pt x="1314259" y="431419"/>
                      <a:pt x="1308989" y="427990"/>
                    </a:cubicBezTo>
                    <a:lnTo>
                      <a:pt x="886587" y="5588"/>
                    </a:lnTo>
                    <a:cubicBezTo>
                      <a:pt x="883031" y="2032"/>
                      <a:pt x="878205" y="0"/>
                      <a:pt x="873125" y="0"/>
                    </a:cubicBezTo>
                    <a:lnTo>
                      <a:pt x="446977" y="0"/>
                    </a:lnTo>
                    <a:cubicBezTo>
                      <a:pt x="446532" y="0"/>
                      <a:pt x="446151" y="0"/>
                      <a:pt x="445706" y="127"/>
                    </a:cubicBezTo>
                    <a:cubicBezTo>
                      <a:pt x="445643" y="63"/>
                      <a:pt x="445580" y="63"/>
                      <a:pt x="445516" y="127"/>
                    </a:cubicBezTo>
                    <a:cubicBezTo>
                      <a:pt x="445008" y="0"/>
                      <a:pt x="444500" y="0"/>
                      <a:pt x="443992" y="0"/>
                    </a:cubicBezTo>
                    <a:cubicBezTo>
                      <a:pt x="433451" y="0"/>
                      <a:pt x="424942" y="8572"/>
                      <a:pt x="424942" y="19050"/>
                    </a:cubicBezTo>
                    <a:lnTo>
                      <a:pt x="424942" y="437324"/>
                    </a:lnTo>
                    <a:lnTo>
                      <a:pt x="5588" y="856678"/>
                    </a:lnTo>
                    <a:cubicBezTo>
                      <a:pt x="2032" y="860234"/>
                      <a:pt x="0" y="865060"/>
                      <a:pt x="0" y="870140"/>
                    </a:cubicBezTo>
                    <a:lnTo>
                      <a:pt x="0" y="1298384"/>
                    </a:lnTo>
                    <a:cubicBezTo>
                      <a:pt x="0" y="1298384"/>
                      <a:pt x="0" y="1298829"/>
                      <a:pt x="0" y="1299020"/>
                    </a:cubicBezTo>
                    <a:lnTo>
                      <a:pt x="0" y="1299146"/>
                    </a:lnTo>
                    <a:cubicBezTo>
                      <a:pt x="0" y="1299146"/>
                      <a:pt x="0" y="1299654"/>
                      <a:pt x="0" y="1299908"/>
                    </a:cubicBezTo>
                    <a:cubicBezTo>
                      <a:pt x="0" y="1310450"/>
                      <a:pt x="8509" y="1318958"/>
                      <a:pt x="19050" y="1318958"/>
                    </a:cubicBezTo>
                    <a:lnTo>
                      <a:pt x="438468" y="1318958"/>
                    </a:lnTo>
                    <a:lnTo>
                      <a:pt x="857821" y="1738313"/>
                    </a:lnTo>
                    <a:cubicBezTo>
                      <a:pt x="861441" y="1741869"/>
                      <a:pt x="866267" y="1743901"/>
                      <a:pt x="871347" y="1743901"/>
                    </a:cubicBezTo>
                    <a:lnTo>
                      <a:pt x="1298067" y="1743901"/>
                    </a:lnTo>
                    <a:cubicBezTo>
                      <a:pt x="1299083" y="1743901"/>
                      <a:pt x="1300099" y="1743837"/>
                      <a:pt x="1301115" y="1743646"/>
                    </a:cubicBezTo>
                    <a:cubicBezTo>
                      <a:pt x="1301369" y="1743646"/>
                      <a:pt x="1301559" y="1743646"/>
                      <a:pt x="1301750" y="1743520"/>
                    </a:cubicBezTo>
                    <a:cubicBezTo>
                      <a:pt x="1302131" y="1743456"/>
                      <a:pt x="1302575" y="1743392"/>
                      <a:pt x="1302956" y="1743202"/>
                    </a:cubicBezTo>
                    <a:cubicBezTo>
                      <a:pt x="1303782" y="1743012"/>
                      <a:pt x="1304608" y="1742758"/>
                      <a:pt x="1305370" y="1742440"/>
                    </a:cubicBezTo>
                    <a:cubicBezTo>
                      <a:pt x="1305433" y="1742440"/>
                      <a:pt x="1305433" y="1742377"/>
                      <a:pt x="1305496" y="1742377"/>
                    </a:cubicBezTo>
                    <a:cubicBezTo>
                      <a:pt x="1306322" y="1742059"/>
                      <a:pt x="1307084" y="1741678"/>
                      <a:pt x="1307783" y="1741233"/>
                    </a:cubicBezTo>
                    <a:cubicBezTo>
                      <a:pt x="1307909" y="1741170"/>
                      <a:pt x="1307973" y="1741107"/>
                      <a:pt x="1308037" y="1741107"/>
                    </a:cubicBezTo>
                    <a:cubicBezTo>
                      <a:pt x="1308799" y="1740598"/>
                      <a:pt x="1309497" y="1740090"/>
                      <a:pt x="1310196" y="1739519"/>
                    </a:cubicBezTo>
                    <a:cubicBezTo>
                      <a:pt x="1310767" y="1739075"/>
                      <a:pt x="1311275" y="1738566"/>
                      <a:pt x="1311783" y="1737995"/>
                    </a:cubicBezTo>
                    <a:cubicBezTo>
                      <a:pt x="1312100" y="1737741"/>
                      <a:pt x="1312355" y="1737423"/>
                      <a:pt x="1312609" y="1737106"/>
                    </a:cubicBezTo>
                    <a:cubicBezTo>
                      <a:pt x="1313117" y="1736598"/>
                      <a:pt x="1313498" y="1736027"/>
                      <a:pt x="1313942" y="1735391"/>
                    </a:cubicBezTo>
                    <a:cubicBezTo>
                      <a:pt x="1314387" y="1734693"/>
                      <a:pt x="1314831" y="1733931"/>
                      <a:pt x="1315149" y="1733169"/>
                    </a:cubicBezTo>
                    <a:cubicBezTo>
                      <a:pt x="1315593" y="1732280"/>
                      <a:pt x="1315974" y="1731391"/>
                      <a:pt x="1316228" y="1730502"/>
                    </a:cubicBezTo>
                    <a:cubicBezTo>
                      <a:pt x="1316355" y="1730121"/>
                      <a:pt x="1316482" y="1729740"/>
                      <a:pt x="1316546" y="1729359"/>
                    </a:cubicBezTo>
                    <a:cubicBezTo>
                      <a:pt x="1316673" y="1729041"/>
                      <a:pt x="1316736" y="1728660"/>
                      <a:pt x="1316799" y="1728343"/>
                    </a:cubicBezTo>
                    <a:cubicBezTo>
                      <a:pt x="1316863" y="1727835"/>
                      <a:pt x="1316990" y="1727264"/>
                      <a:pt x="1316990" y="1726756"/>
                    </a:cubicBezTo>
                    <a:cubicBezTo>
                      <a:pt x="1316990" y="1726121"/>
                      <a:pt x="1317117" y="1725485"/>
                      <a:pt x="1317117" y="1724851"/>
                    </a:cubicBezTo>
                    <a:lnTo>
                      <a:pt x="1317117" y="1298067"/>
                    </a:lnTo>
                    <a:cubicBezTo>
                      <a:pt x="1317117" y="1293051"/>
                      <a:pt x="1315085" y="1288161"/>
                      <a:pt x="1311529" y="1284605"/>
                    </a:cubicBezTo>
                    <a:lnTo>
                      <a:pt x="917956" y="891032"/>
                    </a:lnTo>
                    <a:lnTo>
                      <a:pt x="1298639" y="891032"/>
                    </a:lnTo>
                    <a:cubicBezTo>
                      <a:pt x="1309180" y="891032"/>
                      <a:pt x="1317689" y="882459"/>
                      <a:pt x="1317689" y="871982"/>
                    </a:cubicBezTo>
                    <a:close/>
                    <a:moveTo>
                      <a:pt x="853503" y="852932"/>
                    </a:moveTo>
                    <a:lnTo>
                      <a:pt x="465455" y="852932"/>
                    </a:lnTo>
                    <a:lnTo>
                      <a:pt x="465455" y="463042"/>
                    </a:lnTo>
                    <a:lnTo>
                      <a:pt x="853503" y="463042"/>
                    </a:lnTo>
                    <a:lnTo>
                      <a:pt x="853503" y="852932"/>
                    </a:lnTo>
                    <a:close/>
                    <a:moveTo>
                      <a:pt x="463042" y="424942"/>
                    </a:moveTo>
                    <a:lnTo>
                      <a:pt x="463042" y="62103"/>
                    </a:lnTo>
                    <a:lnTo>
                      <a:pt x="825944" y="424942"/>
                    </a:lnTo>
                    <a:lnTo>
                      <a:pt x="463042" y="424942"/>
                    </a:lnTo>
                    <a:close/>
                    <a:moveTo>
                      <a:pt x="865251" y="38100"/>
                    </a:moveTo>
                    <a:lnTo>
                      <a:pt x="1252093" y="424942"/>
                    </a:lnTo>
                    <a:lnTo>
                      <a:pt x="879793" y="424942"/>
                    </a:lnTo>
                    <a:lnTo>
                      <a:pt x="492950" y="38100"/>
                    </a:lnTo>
                    <a:lnTo>
                      <a:pt x="865251" y="38100"/>
                    </a:lnTo>
                    <a:close/>
                    <a:moveTo>
                      <a:pt x="38100" y="878014"/>
                    </a:moveTo>
                    <a:lnTo>
                      <a:pt x="427355" y="488760"/>
                    </a:lnTo>
                    <a:lnTo>
                      <a:pt x="427355" y="863155"/>
                    </a:lnTo>
                    <a:lnTo>
                      <a:pt x="38100" y="1252410"/>
                    </a:lnTo>
                    <a:lnTo>
                      <a:pt x="38100" y="878014"/>
                    </a:lnTo>
                    <a:close/>
                    <a:moveTo>
                      <a:pt x="427355" y="917003"/>
                    </a:moveTo>
                    <a:lnTo>
                      <a:pt x="427355" y="1280858"/>
                    </a:lnTo>
                    <a:lnTo>
                      <a:pt x="63500" y="1280858"/>
                    </a:lnTo>
                    <a:lnTo>
                      <a:pt x="427355" y="917003"/>
                    </a:lnTo>
                    <a:close/>
                    <a:moveTo>
                      <a:pt x="879221" y="1705801"/>
                    </a:moveTo>
                    <a:lnTo>
                      <a:pt x="492379" y="1318958"/>
                    </a:lnTo>
                    <a:lnTo>
                      <a:pt x="865251" y="1318958"/>
                    </a:lnTo>
                    <a:lnTo>
                      <a:pt x="1252093" y="1705801"/>
                    </a:lnTo>
                    <a:lnTo>
                      <a:pt x="879221" y="1705801"/>
                    </a:lnTo>
                    <a:close/>
                    <a:moveTo>
                      <a:pt x="1279017" y="1306004"/>
                    </a:moveTo>
                    <a:lnTo>
                      <a:pt x="1279017" y="1678813"/>
                    </a:lnTo>
                    <a:lnTo>
                      <a:pt x="891603" y="1291463"/>
                    </a:lnTo>
                    <a:lnTo>
                      <a:pt x="891603" y="918591"/>
                    </a:lnTo>
                    <a:lnTo>
                      <a:pt x="1279017" y="1306004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2" name="Graphic 8">
                <a:extLst>
                  <a:ext uri="{FF2B5EF4-FFF2-40B4-BE49-F238E27FC236}">
                    <a16:creationId xmlns:a16="http://schemas.microsoft.com/office/drawing/2014/main" id="{94490FE6-E8CC-A24D-8CB2-D6A1BB4CCCF6}"/>
                  </a:ext>
                </a:extLst>
              </p:cNvPr>
              <p:cNvGrpSpPr/>
              <p:nvPr/>
            </p:nvGrpSpPr>
            <p:grpSpPr>
              <a:xfrm>
                <a:off x="5972619" y="2968180"/>
                <a:ext cx="1814893" cy="905764"/>
                <a:chOff x="5972619" y="2968180"/>
                <a:chExt cx="1814893" cy="905764"/>
              </a:xfrm>
              <a:solidFill>
                <a:srgbClr val="FFFFFF"/>
              </a:solidFill>
            </p:grpSpPr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45585D88-D8AE-9D24-8FE9-89FF10A9F8F0}"/>
                    </a:ext>
                  </a:extLst>
                </p:cNvPr>
                <p:cNvSpPr/>
                <p:nvPr/>
              </p:nvSpPr>
              <p:spPr>
                <a:xfrm>
                  <a:off x="5972619" y="2968180"/>
                  <a:ext cx="742124" cy="886523"/>
                </a:xfrm>
                <a:custGeom>
                  <a:avLst/>
                  <a:gdLst>
                    <a:gd name="connsiteX0" fmla="*/ 0 w 742124"/>
                    <a:gd name="connsiteY0" fmla="*/ 258382 h 886523"/>
                    <a:gd name="connsiteX1" fmla="*/ 0 w 742124"/>
                    <a:gd name="connsiteY1" fmla="*/ 692785 h 886523"/>
                    <a:gd name="connsiteX2" fmla="*/ 13907 w 742124"/>
                    <a:gd name="connsiteY2" fmla="*/ 770636 h 886523"/>
                    <a:gd name="connsiteX3" fmla="*/ 52578 w 742124"/>
                    <a:gd name="connsiteY3" fmla="*/ 832104 h 886523"/>
                    <a:gd name="connsiteX4" fmla="*/ 109538 w 742124"/>
                    <a:gd name="connsiteY4" fmla="*/ 871982 h 886523"/>
                    <a:gd name="connsiteX5" fmla="*/ 177292 w 742124"/>
                    <a:gd name="connsiteY5" fmla="*/ 886523 h 886523"/>
                    <a:gd name="connsiteX6" fmla="*/ 548386 w 742124"/>
                    <a:gd name="connsiteY6" fmla="*/ 886523 h 886523"/>
                    <a:gd name="connsiteX7" fmla="*/ 619315 w 742124"/>
                    <a:gd name="connsiteY7" fmla="*/ 871982 h 886523"/>
                    <a:gd name="connsiteX8" fmla="*/ 681355 w 742124"/>
                    <a:gd name="connsiteY8" fmla="*/ 832104 h 886523"/>
                    <a:gd name="connsiteX9" fmla="*/ 725678 w 742124"/>
                    <a:gd name="connsiteY9" fmla="*/ 770636 h 886523"/>
                    <a:gd name="connsiteX10" fmla="*/ 742125 w 742124"/>
                    <a:gd name="connsiteY10" fmla="*/ 692785 h 886523"/>
                    <a:gd name="connsiteX11" fmla="*/ 742125 w 742124"/>
                    <a:gd name="connsiteY11" fmla="*/ 653860 h 886523"/>
                    <a:gd name="connsiteX12" fmla="*/ 612965 w 742124"/>
                    <a:gd name="connsiteY12" fmla="*/ 653860 h 886523"/>
                    <a:gd name="connsiteX13" fmla="*/ 612965 w 742124"/>
                    <a:gd name="connsiteY13" fmla="*/ 692785 h 886523"/>
                    <a:gd name="connsiteX14" fmla="*/ 592709 w 742124"/>
                    <a:gd name="connsiteY14" fmla="*/ 737743 h 886523"/>
                    <a:gd name="connsiteX15" fmla="*/ 548386 w 742124"/>
                    <a:gd name="connsiteY15" fmla="*/ 757365 h 886523"/>
                    <a:gd name="connsiteX16" fmla="*/ 177292 w 742124"/>
                    <a:gd name="connsiteY16" fmla="*/ 757365 h 886523"/>
                    <a:gd name="connsiteX17" fmla="*/ 141224 w 742124"/>
                    <a:gd name="connsiteY17" fmla="*/ 737743 h 886523"/>
                    <a:gd name="connsiteX18" fmla="*/ 129159 w 742124"/>
                    <a:gd name="connsiteY18" fmla="*/ 692785 h 886523"/>
                    <a:gd name="connsiteX19" fmla="*/ 129159 w 742124"/>
                    <a:gd name="connsiteY19" fmla="*/ 129159 h 886523"/>
                    <a:gd name="connsiteX20" fmla="*/ 0 w 742124"/>
                    <a:gd name="connsiteY20" fmla="*/ 258382 h 886523"/>
                    <a:gd name="connsiteX21" fmla="*/ 742125 w 742124"/>
                    <a:gd name="connsiteY21" fmla="*/ 321691 h 886523"/>
                    <a:gd name="connsiteX22" fmla="*/ 742125 w 742124"/>
                    <a:gd name="connsiteY22" fmla="*/ 193802 h 886523"/>
                    <a:gd name="connsiteX23" fmla="*/ 727583 w 742124"/>
                    <a:gd name="connsiteY23" fmla="*/ 115888 h 886523"/>
                    <a:gd name="connsiteX24" fmla="*/ 687705 w 742124"/>
                    <a:gd name="connsiteY24" fmla="*/ 54483 h 886523"/>
                    <a:gd name="connsiteX25" fmla="*/ 626237 w 742124"/>
                    <a:gd name="connsiteY25" fmla="*/ 14542 h 886523"/>
                    <a:gd name="connsiteX26" fmla="*/ 548386 w 742124"/>
                    <a:gd name="connsiteY26" fmla="*/ 0 h 886523"/>
                    <a:gd name="connsiteX27" fmla="*/ 258318 w 742124"/>
                    <a:gd name="connsiteY27" fmla="*/ 0 h 886523"/>
                    <a:gd name="connsiteX28" fmla="*/ 167005 w 742124"/>
                    <a:gd name="connsiteY28" fmla="*/ 37846 h 886523"/>
                    <a:gd name="connsiteX29" fmla="*/ 129159 w 742124"/>
                    <a:gd name="connsiteY29" fmla="*/ 129159 h 886523"/>
                    <a:gd name="connsiteX30" fmla="*/ 548386 w 742124"/>
                    <a:gd name="connsiteY30" fmla="*/ 129159 h 886523"/>
                    <a:gd name="connsiteX31" fmla="*/ 592709 w 742124"/>
                    <a:gd name="connsiteY31" fmla="*/ 148844 h 886523"/>
                    <a:gd name="connsiteX32" fmla="*/ 612965 w 742124"/>
                    <a:gd name="connsiteY32" fmla="*/ 193802 h 886523"/>
                    <a:gd name="connsiteX33" fmla="*/ 612965 w 742124"/>
                    <a:gd name="connsiteY33" fmla="*/ 321691 h 886523"/>
                    <a:gd name="connsiteX34" fmla="*/ 742125 w 742124"/>
                    <a:gd name="connsiteY34" fmla="*/ 321691 h 8865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742124" h="886523">
                      <a:moveTo>
                        <a:pt x="0" y="258382"/>
                      </a:moveTo>
                      <a:lnTo>
                        <a:pt x="0" y="692785"/>
                      </a:lnTo>
                      <a:cubicBezTo>
                        <a:pt x="0" y="720598"/>
                        <a:pt x="4635" y="746570"/>
                        <a:pt x="13907" y="770636"/>
                      </a:cubicBezTo>
                      <a:cubicBezTo>
                        <a:pt x="23177" y="794703"/>
                        <a:pt x="36068" y="815213"/>
                        <a:pt x="52578" y="832104"/>
                      </a:cubicBezTo>
                      <a:cubicBezTo>
                        <a:pt x="69024" y="848995"/>
                        <a:pt x="88011" y="862266"/>
                        <a:pt x="109538" y="871982"/>
                      </a:cubicBezTo>
                      <a:cubicBezTo>
                        <a:pt x="131064" y="881698"/>
                        <a:pt x="153670" y="886523"/>
                        <a:pt x="177292" y="886523"/>
                      </a:cubicBezTo>
                      <a:lnTo>
                        <a:pt x="548386" y="886523"/>
                      </a:lnTo>
                      <a:cubicBezTo>
                        <a:pt x="572834" y="886523"/>
                        <a:pt x="596519" y="881698"/>
                        <a:pt x="619315" y="871982"/>
                      </a:cubicBezTo>
                      <a:cubicBezTo>
                        <a:pt x="642112" y="862266"/>
                        <a:pt x="662750" y="848995"/>
                        <a:pt x="681355" y="832104"/>
                      </a:cubicBezTo>
                      <a:cubicBezTo>
                        <a:pt x="699897" y="815213"/>
                        <a:pt x="714692" y="794703"/>
                        <a:pt x="725678" y="770636"/>
                      </a:cubicBezTo>
                      <a:cubicBezTo>
                        <a:pt x="736664" y="746570"/>
                        <a:pt x="742125" y="720598"/>
                        <a:pt x="742125" y="692785"/>
                      </a:cubicBezTo>
                      <a:lnTo>
                        <a:pt x="742125" y="653860"/>
                      </a:lnTo>
                      <a:lnTo>
                        <a:pt x="612965" y="653860"/>
                      </a:lnTo>
                      <a:lnTo>
                        <a:pt x="612965" y="692785"/>
                      </a:lnTo>
                      <a:cubicBezTo>
                        <a:pt x="612965" y="709676"/>
                        <a:pt x="606171" y="724662"/>
                        <a:pt x="592709" y="737743"/>
                      </a:cubicBezTo>
                      <a:cubicBezTo>
                        <a:pt x="579184" y="750824"/>
                        <a:pt x="564388" y="757365"/>
                        <a:pt x="548386" y="757365"/>
                      </a:cubicBezTo>
                      <a:lnTo>
                        <a:pt x="177292" y="757365"/>
                      </a:lnTo>
                      <a:cubicBezTo>
                        <a:pt x="161226" y="757365"/>
                        <a:pt x="149225" y="750824"/>
                        <a:pt x="141224" y="737743"/>
                      </a:cubicBezTo>
                      <a:cubicBezTo>
                        <a:pt x="133160" y="724662"/>
                        <a:pt x="129159" y="709676"/>
                        <a:pt x="129159" y="692785"/>
                      </a:cubicBezTo>
                      <a:lnTo>
                        <a:pt x="129159" y="129159"/>
                      </a:lnTo>
                      <a:cubicBezTo>
                        <a:pt x="57848" y="129159"/>
                        <a:pt x="0" y="187008"/>
                        <a:pt x="0" y="258382"/>
                      </a:cubicBezTo>
                      <a:close/>
                      <a:moveTo>
                        <a:pt x="742125" y="321691"/>
                      </a:moveTo>
                      <a:lnTo>
                        <a:pt x="742125" y="193802"/>
                      </a:lnTo>
                      <a:cubicBezTo>
                        <a:pt x="742125" y="165926"/>
                        <a:pt x="737298" y="139954"/>
                        <a:pt x="727583" y="115888"/>
                      </a:cubicBezTo>
                      <a:cubicBezTo>
                        <a:pt x="717867" y="91821"/>
                        <a:pt x="704533" y="71374"/>
                        <a:pt x="687705" y="54483"/>
                      </a:cubicBezTo>
                      <a:cubicBezTo>
                        <a:pt x="670814" y="37592"/>
                        <a:pt x="650303" y="24257"/>
                        <a:pt x="626237" y="14542"/>
                      </a:cubicBezTo>
                      <a:cubicBezTo>
                        <a:pt x="602171" y="4890"/>
                        <a:pt x="576263" y="0"/>
                        <a:pt x="548386" y="0"/>
                      </a:cubicBezTo>
                      <a:lnTo>
                        <a:pt x="258318" y="0"/>
                      </a:lnTo>
                      <a:cubicBezTo>
                        <a:pt x="222631" y="0"/>
                        <a:pt x="190373" y="14478"/>
                        <a:pt x="167005" y="37846"/>
                      </a:cubicBezTo>
                      <a:cubicBezTo>
                        <a:pt x="143637" y="61214"/>
                        <a:pt x="129159" y="93472"/>
                        <a:pt x="129159" y="129159"/>
                      </a:cubicBezTo>
                      <a:lnTo>
                        <a:pt x="548386" y="129159"/>
                      </a:lnTo>
                      <a:cubicBezTo>
                        <a:pt x="564388" y="129159"/>
                        <a:pt x="579184" y="135763"/>
                        <a:pt x="592709" y="148844"/>
                      </a:cubicBezTo>
                      <a:cubicBezTo>
                        <a:pt x="606171" y="161925"/>
                        <a:pt x="612965" y="176911"/>
                        <a:pt x="612965" y="193802"/>
                      </a:cubicBezTo>
                      <a:lnTo>
                        <a:pt x="612965" y="321691"/>
                      </a:lnTo>
                      <a:lnTo>
                        <a:pt x="742125" y="32169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1702AEFC-884C-0907-14E3-F83540839AE0}"/>
                    </a:ext>
                  </a:extLst>
                </p:cNvPr>
                <p:cNvSpPr/>
                <p:nvPr/>
              </p:nvSpPr>
              <p:spPr>
                <a:xfrm>
                  <a:off x="6808470" y="2968180"/>
                  <a:ext cx="700277" cy="129158"/>
                </a:xfrm>
                <a:custGeom>
                  <a:avLst/>
                  <a:gdLst>
                    <a:gd name="connsiteX0" fmla="*/ 127317 w 700277"/>
                    <a:gd name="connsiteY0" fmla="*/ 0 h 129158"/>
                    <a:gd name="connsiteX1" fmla="*/ 0 w 700277"/>
                    <a:gd name="connsiteY1" fmla="*/ 127254 h 129158"/>
                    <a:gd name="connsiteX2" fmla="*/ 0 w 700277"/>
                    <a:gd name="connsiteY2" fmla="*/ 129159 h 129158"/>
                    <a:gd name="connsiteX3" fmla="*/ 700278 w 700277"/>
                    <a:gd name="connsiteY3" fmla="*/ 129159 h 129158"/>
                    <a:gd name="connsiteX4" fmla="*/ 700278 w 700277"/>
                    <a:gd name="connsiteY4" fmla="*/ 0 h 129158"/>
                    <a:gd name="connsiteX5" fmla="*/ 127317 w 700277"/>
                    <a:gd name="connsiteY5" fmla="*/ 0 h 129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00277" h="129158">
                      <a:moveTo>
                        <a:pt x="127317" y="0"/>
                      </a:moveTo>
                      <a:cubicBezTo>
                        <a:pt x="57023" y="0"/>
                        <a:pt x="0" y="56960"/>
                        <a:pt x="0" y="127254"/>
                      </a:cubicBezTo>
                      <a:lnTo>
                        <a:pt x="0" y="129159"/>
                      </a:lnTo>
                      <a:lnTo>
                        <a:pt x="700278" y="129159"/>
                      </a:lnTo>
                      <a:lnTo>
                        <a:pt x="700278" y="0"/>
                      </a:lnTo>
                      <a:lnTo>
                        <a:pt x="127317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2635A3D8-E8C6-83A1-837E-007F23342975}"/>
                    </a:ext>
                  </a:extLst>
                </p:cNvPr>
                <p:cNvSpPr/>
                <p:nvPr/>
              </p:nvSpPr>
              <p:spPr>
                <a:xfrm>
                  <a:off x="7657084" y="3289871"/>
                  <a:ext cx="130428" cy="564832"/>
                </a:xfrm>
                <a:custGeom>
                  <a:avLst/>
                  <a:gdLst>
                    <a:gd name="connsiteX0" fmla="*/ 130429 w 130428"/>
                    <a:gd name="connsiteY0" fmla="*/ 0 h 564832"/>
                    <a:gd name="connsiteX1" fmla="*/ 130429 w 130428"/>
                    <a:gd name="connsiteY1" fmla="*/ 564832 h 564832"/>
                    <a:gd name="connsiteX2" fmla="*/ 0 w 130428"/>
                    <a:gd name="connsiteY2" fmla="*/ 564832 h 564832"/>
                    <a:gd name="connsiteX3" fmla="*/ 0 w 130428"/>
                    <a:gd name="connsiteY3" fmla="*/ 130429 h 564832"/>
                    <a:gd name="connsiteX4" fmla="*/ 130429 w 130428"/>
                    <a:gd name="connsiteY4" fmla="*/ 0 h 564832"/>
                    <a:gd name="connsiteX5" fmla="*/ 130429 w 130428"/>
                    <a:gd name="connsiteY5" fmla="*/ 0 h 5648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0428" h="564832">
                      <a:moveTo>
                        <a:pt x="130429" y="0"/>
                      </a:moveTo>
                      <a:lnTo>
                        <a:pt x="130429" y="564832"/>
                      </a:lnTo>
                      <a:lnTo>
                        <a:pt x="0" y="564832"/>
                      </a:lnTo>
                      <a:lnTo>
                        <a:pt x="0" y="130429"/>
                      </a:lnTo>
                      <a:cubicBezTo>
                        <a:pt x="0" y="58357"/>
                        <a:pt x="58420" y="0"/>
                        <a:pt x="130429" y="0"/>
                      </a:cubicBezTo>
                      <a:lnTo>
                        <a:pt x="13042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CB9E8BBA-CC6B-B305-8885-B873DCBC9F5C}"/>
                    </a:ext>
                  </a:extLst>
                </p:cNvPr>
                <p:cNvSpPr/>
                <p:nvPr/>
              </p:nvSpPr>
              <p:spPr>
                <a:xfrm>
                  <a:off x="6807390" y="3097593"/>
                  <a:ext cx="736091" cy="776351"/>
                </a:xfrm>
                <a:custGeom>
                  <a:avLst/>
                  <a:gdLst>
                    <a:gd name="connsiteX0" fmla="*/ 736092 w 736091"/>
                    <a:gd name="connsiteY0" fmla="*/ 350203 h 776351"/>
                    <a:gd name="connsiteX1" fmla="*/ 736092 w 736091"/>
                    <a:gd name="connsiteY1" fmla="*/ 563753 h 776351"/>
                    <a:gd name="connsiteX2" fmla="*/ 374205 w 736091"/>
                    <a:gd name="connsiteY2" fmla="*/ 776351 h 776351"/>
                    <a:gd name="connsiteX3" fmla="*/ 129921 w 736091"/>
                    <a:gd name="connsiteY3" fmla="*/ 726567 h 776351"/>
                    <a:gd name="connsiteX4" fmla="*/ 0 w 736091"/>
                    <a:gd name="connsiteY4" fmla="*/ 563753 h 776351"/>
                    <a:gd name="connsiteX5" fmla="*/ 0 w 736091"/>
                    <a:gd name="connsiteY5" fmla="*/ 524447 h 776351"/>
                    <a:gd name="connsiteX6" fmla="*/ 123634 w 736091"/>
                    <a:gd name="connsiteY6" fmla="*/ 524447 h 776351"/>
                    <a:gd name="connsiteX7" fmla="*/ 123634 w 736091"/>
                    <a:gd name="connsiteY7" fmla="*/ 563753 h 776351"/>
                    <a:gd name="connsiteX8" fmla="*/ 361823 w 736091"/>
                    <a:gd name="connsiteY8" fmla="*/ 649351 h 776351"/>
                    <a:gd name="connsiteX9" fmla="*/ 368046 w 736091"/>
                    <a:gd name="connsiteY9" fmla="*/ 649351 h 776351"/>
                    <a:gd name="connsiteX10" fmla="*/ 374205 w 736091"/>
                    <a:gd name="connsiteY10" fmla="*/ 649351 h 776351"/>
                    <a:gd name="connsiteX11" fmla="*/ 609092 w 736091"/>
                    <a:gd name="connsiteY11" fmla="*/ 563753 h 776351"/>
                    <a:gd name="connsiteX12" fmla="*/ 609092 w 736091"/>
                    <a:gd name="connsiteY12" fmla="*/ 350203 h 776351"/>
                    <a:gd name="connsiteX13" fmla="*/ 378650 w 736091"/>
                    <a:gd name="connsiteY13" fmla="*/ 264668 h 776351"/>
                    <a:gd name="connsiteX14" fmla="*/ 374205 w 736091"/>
                    <a:gd name="connsiteY14" fmla="*/ 264604 h 776351"/>
                    <a:gd name="connsiteX15" fmla="*/ 368173 w 736091"/>
                    <a:gd name="connsiteY15" fmla="*/ 264668 h 776351"/>
                    <a:gd name="connsiteX16" fmla="*/ 357314 w 736091"/>
                    <a:gd name="connsiteY16" fmla="*/ 264668 h 776351"/>
                    <a:gd name="connsiteX17" fmla="*/ 123634 w 736091"/>
                    <a:gd name="connsiteY17" fmla="*/ 350203 h 776351"/>
                    <a:gd name="connsiteX18" fmla="*/ 123634 w 736091"/>
                    <a:gd name="connsiteY18" fmla="*/ 374078 h 776351"/>
                    <a:gd name="connsiteX19" fmla="*/ 0 w 736091"/>
                    <a:gd name="connsiteY19" fmla="*/ 374078 h 776351"/>
                    <a:gd name="connsiteX20" fmla="*/ 1016 w 736091"/>
                    <a:gd name="connsiteY20" fmla="*/ 0 h 776351"/>
                    <a:gd name="connsiteX21" fmla="*/ 1016 w 736091"/>
                    <a:gd name="connsiteY21" fmla="*/ 0 h 776351"/>
                    <a:gd name="connsiteX22" fmla="*/ 127317 w 736091"/>
                    <a:gd name="connsiteY22" fmla="*/ 127000 h 776351"/>
                    <a:gd name="connsiteX23" fmla="*/ 127000 w 736091"/>
                    <a:gd name="connsiteY23" fmla="*/ 191897 h 776351"/>
                    <a:gd name="connsiteX24" fmla="*/ 374205 w 736091"/>
                    <a:gd name="connsiteY24" fmla="*/ 137605 h 776351"/>
                    <a:gd name="connsiteX25" fmla="*/ 736092 w 736091"/>
                    <a:gd name="connsiteY25" fmla="*/ 350203 h 7763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736091" h="776351">
                      <a:moveTo>
                        <a:pt x="736092" y="350203"/>
                      </a:moveTo>
                      <a:lnTo>
                        <a:pt x="736092" y="563753"/>
                      </a:lnTo>
                      <a:cubicBezTo>
                        <a:pt x="736092" y="684975"/>
                        <a:pt x="580517" y="776351"/>
                        <a:pt x="374205" y="776351"/>
                      </a:cubicBezTo>
                      <a:cubicBezTo>
                        <a:pt x="284607" y="776351"/>
                        <a:pt x="197866" y="758698"/>
                        <a:pt x="129921" y="726567"/>
                      </a:cubicBezTo>
                      <a:cubicBezTo>
                        <a:pt x="46164" y="687007"/>
                        <a:pt x="0" y="629158"/>
                        <a:pt x="0" y="563753"/>
                      </a:cubicBezTo>
                      <a:lnTo>
                        <a:pt x="0" y="524447"/>
                      </a:lnTo>
                      <a:lnTo>
                        <a:pt x="123634" y="524447"/>
                      </a:lnTo>
                      <a:lnTo>
                        <a:pt x="123634" y="563753"/>
                      </a:lnTo>
                      <a:cubicBezTo>
                        <a:pt x="123634" y="593153"/>
                        <a:pt x="216408" y="649351"/>
                        <a:pt x="361823" y="649351"/>
                      </a:cubicBezTo>
                      <a:cubicBezTo>
                        <a:pt x="363919" y="649351"/>
                        <a:pt x="366014" y="649351"/>
                        <a:pt x="368046" y="649351"/>
                      </a:cubicBezTo>
                      <a:cubicBezTo>
                        <a:pt x="370078" y="649351"/>
                        <a:pt x="372110" y="649351"/>
                        <a:pt x="374205" y="649351"/>
                      </a:cubicBezTo>
                      <a:cubicBezTo>
                        <a:pt x="517588" y="649351"/>
                        <a:pt x="609092" y="593153"/>
                        <a:pt x="609092" y="563753"/>
                      </a:cubicBezTo>
                      <a:lnTo>
                        <a:pt x="609092" y="350203"/>
                      </a:lnTo>
                      <a:cubicBezTo>
                        <a:pt x="609092" y="321120"/>
                        <a:pt x="519494" y="265747"/>
                        <a:pt x="378650" y="264668"/>
                      </a:cubicBezTo>
                      <a:cubicBezTo>
                        <a:pt x="377190" y="264604"/>
                        <a:pt x="375666" y="264604"/>
                        <a:pt x="374205" y="264604"/>
                      </a:cubicBezTo>
                      <a:cubicBezTo>
                        <a:pt x="372173" y="264604"/>
                        <a:pt x="370141" y="264604"/>
                        <a:pt x="368173" y="264668"/>
                      </a:cubicBezTo>
                      <a:lnTo>
                        <a:pt x="357314" y="264668"/>
                      </a:lnTo>
                      <a:cubicBezTo>
                        <a:pt x="214439" y="265747"/>
                        <a:pt x="123634" y="321120"/>
                        <a:pt x="123634" y="350203"/>
                      </a:cubicBezTo>
                      <a:lnTo>
                        <a:pt x="123634" y="374078"/>
                      </a:lnTo>
                      <a:lnTo>
                        <a:pt x="0" y="374078"/>
                      </a:lnTo>
                      <a:lnTo>
                        <a:pt x="1016" y="0"/>
                      </a:lnTo>
                      <a:lnTo>
                        <a:pt x="1016" y="0"/>
                      </a:lnTo>
                      <a:cubicBezTo>
                        <a:pt x="71056" y="0"/>
                        <a:pt x="127698" y="56960"/>
                        <a:pt x="127317" y="127000"/>
                      </a:cubicBezTo>
                      <a:lnTo>
                        <a:pt x="127000" y="191897"/>
                      </a:lnTo>
                      <a:cubicBezTo>
                        <a:pt x="191452" y="157480"/>
                        <a:pt x="278194" y="137605"/>
                        <a:pt x="374205" y="137605"/>
                      </a:cubicBezTo>
                      <a:cubicBezTo>
                        <a:pt x="580517" y="137605"/>
                        <a:pt x="736092" y="228981"/>
                        <a:pt x="736092" y="35020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8843331E-B897-34A9-81CD-F4D4AAB88069}"/>
                    </a:ext>
                  </a:extLst>
                </p:cNvPr>
                <p:cNvSpPr/>
                <p:nvPr/>
              </p:nvSpPr>
              <p:spPr>
                <a:xfrm>
                  <a:off x="7657020" y="2968180"/>
                  <a:ext cx="130428" cy="130429"/>
                </a:xfrm>
                <a:custGeom>
                  <a:avLst/>
                  <a:gdLst>
                    <a:gd name="connsiteX0" fmla="*/ 0 w 130428"/>
                    <a:gd name="connsiteY0" fmla="*/ 0 h 130429"/>
                    <a:gd name="connsiteX1" fmla="*/ 130429 w 130428"/>
                    <a:gd name="connsiteY1" fmla="*/ 0 h 130429"/>
                    <a:gd name="connsiteX2" fmla="*/ 0 w 130428"/>
                    <a:gd name="connsiteY2" fmla="*/ 130429 h 130429"/>
                    <a:gd name="connsiteX3" fmla="*/ 0 w 130428"/>
                    <a:gd name="connsiteY3" fmla="*/ 130429 h 130429"/>
                    <a:gd name="connsiteX4" fmla="*/ 0 w 130428"/>
                    <a:gd name="connsiteY4" fmla="*/ 0 h 130429"/>
                    <a:gd name="connsiteX5" fmla="*/ 0 w 130428"/>
                    <a:gd name="connsiteY5" fmla="*/ 0 h 130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0428" h="130429">
                      <a:moveTo>
                        <a:pt x="0" y="0"/>
                      </a:moveTo>
                      <a:lnTo>
                        <a:pt x="130429" y="0"/>
                      </a:lnTo>
                      <a:cubicBezTo>
                        <a:pt x="130429" y="72009"/>
                        <a:pt x="72009" y="130429"/>
                        <a:pt x="0" y="130429"/>
                      </a:cubicBezTo>
                      <a:lnTo>
                        <a:pt x="0" y="130429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10" name="Graphic 8">
              <a:extLst>
                <a:ext uri="{FF2B5EF4-FFF2-40B4-BE49-F238E27FC236}">
                  <a16:creationId xmlns:a16="http://schemas.microsoft.com/office/drawing/2014/main" id="{2238AAEE-EC4A-17FB-B7F9-B7B61043BBC1}"/>
                </a:ext>
              </a:extLst>
            </p:cNvPr>
            <p:cNvGrpSpPr/>
            <p:nvPr/>
          </p:nvGrpSpPr>
          <p:grpSpPr>
            <a:xfrm>
              <a:off x="5972936" y="3997578"/>
              <a:ext cx="1813052" cy="187705"/>
              <a:chOff x="5972936" y="3997578"/>
              <a:chExt cx="1813052" cy="187705"/>
            </a:xfrm>
            <a:solidFill>
              <a:srgbClr val="FFFFFF"/>
            </a:solidFill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F0213EF8-3763-6203-AACE-7507F810FD04}"/>
                  </a:ext>
                </a:extLst>
              </p:cNvPr>
              <p:cNvSpPr/>
              <p:nvPr/>
            </p:nvSpPr>
            <p:spPr>
              <a:xfrm>
                <a:off x="5972936" y="3997578"/>
                <a:ext cx="115189" cy="146811"/>
              </a:xfrm>
              <a:custGeom>
                <a:avLst/>
                <a:gdLst>
                  <a:gd name="connsiteX0" fmla="*/ 0 w 115189"/>
                  <a:gd name="connsiteY0" fmla="*/ 146812 h 146811"/>
                  <a:gd name="connsiteX1" fmla="*/ 0 w 115189"/>
                  <a:gd name="connsiteY1" fmla="*/ 0 h 146811"/>
                  <a:gd name="connsiteX2" fmla="*/ 19431 w 115189"/>
                  <a:gd name="connsiteY2" fmla="*/ 0 h 146811"/>
                  <a:gd name="connsiteX3" fmla="*/ 19431 w 115189"/>
                  <a:gd name="connsiteY3" fmla="*/ 60325 h 146811"/>
                  <a:gd name="connsiteX4" fmla="*/ 95758 w 115189"/>
                  <a:gd name="connsiteY4" fmla="*/ 60325 h 146811"/>
                  <a:gd name="connsiteX5" fmla="*/ 95758 w 115189"/>
                  <a:gd name="connsiteY5" fmla="*/ 0 h 146811"/>
                  <a:gd name="connsiteX6" fmla="*/ 115189 w 115189"/>
                  <a:gd name="connsiteY6" fmla="*/ 0 h 146811"/>
                  <a:gd name="connsiteX7" fmla="*/ 115189 w 115189"/>
                  <a:gd name="connsiteY7" fmla="*/ 146812 h 146811"/>
                  <a:gd name="connsiteX8" fmla="*/ 95758 w 115189"/>
                  <a:gd name="connsiteY8" fmla="*/ 146812 h 146811"/>
                  <a:gd name="connsiteX9" fmla="*/ 95758 w 115189"/>
                  <a:gd name="connsiteY9" fmla="*/ 77597 h 146811"/>
                  <a:gd name="connsiteX10" fmla="*/ 19431 w 115189"/>
                  <a:gd name="connsiteY10" fmla="*/ 77597 h 146811"/>
                  <a:gd name="connsiteX11" fmla="*/ 19431 w 115189"/>
                  <a:gd name="connsiteY11" fmla="*/ 146812 h 146811"/>
                  <a:gd name="connsiteX12" fmla="*/ 0 w 115189"/>
                  <a:gd name="connsiteY12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5189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60325"/>
                    </a:lnTo>
                    <a:lnTo>
                      <a:pt x="95758" y="60325"/>
                    </a:lnTo>
                    <a:lnTo>
                      <a:pt x="95758" y="0"/>
                    </a:lnTo>
                    <a:lnTo>
                      <a:pt x="115189" y="0"/>
                    </a:lnTo>
                    <a:lnTo>
                      <a:pt x="115189" y="146812"/>
                    </a:lnTo>
                    <a:lnTo>
                      <a:pt x="95758" y="146812"/>
                    </a:lnTo>
                    <a:lnTo>
                      <a:pt x="95758" y="77597"/>
                    </a:lnTo>
                    <a:lnTo>
                      <a:pt x="19431" y="77597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E749F479-B0EC-AFA0-9832-F31B3D9BFDC5}"/>
                  </a:ext>
                </a:extLst>
              </p:cNvPr>
              <p:cNvSpPr/>
              <p:nvPr/>
            </p:nvSpPr>
            <p:spPr>
              <a:xfrm>
                <a:off x="6117717" y="4037965"/>
                <a:ext cx="86296" cy="108838"/>
              </a:xfrm>
              <a:custGeom>
                <a:avLst/>
                <a:gdLst>
                  <a:gd name="connsiteX0" fmla="*/ 70167 w 86296"/>
                  <a:gd name="connsiteY0" fmla="*/ 106426 h 108838"/>
                  <a:gd name="connsiteX1" fmla="*/ 70167 w 86296"/>
                  <a:gd name="connsiteY1" fmla="*/ 90805 h 108838"/>
                  <a:gd name="connsiteX2" fmla="*/ 36385 w 86296"/>
                  <a:gd name="connsiteY2" fmla="*/ 108839 h 108838"/>
                  <a:gd name="connsiteX3" fmla="*/ 18796 w 86296"/>
                  <a:gd name="connsiteY3" fmla="*/ 105219 h 108838"/>
                  <a:gd name="connsiteX4" fmla="*/ 6667 w 86296"/>
                  <a:gd name="connsiteY4" fmla="*/ 96139 h 108838"/>
                  <a:gd name="connsiteX5" fmla="*/ 1079 w 86296"/>
                  <a:gd name="connsiteY5" fmla="*/ 82740 h 108838"/>
                  <a:gd name="connsiteX6" fmla="*/ 0 w 86296"/>
                  <a:gd name="connsiteY6" fmla="*/ 65913 h 108838"/>
                  <a:gd name="connsiteX7" fmla="*/ 0 w 86296"/>
                  <a:gd name="connsiteY7" fmla="*/ 0 h 108838"/>
                  <a:gd name="connsiteX8" fmla="*/ 18034 w 86296"/>
                  <a:gd name="connsiteY8" fmla="*/ 0 h 108838"/>
                  <a:gd name="connsiteX9" fmla="*/ 18034 w 86296"/>
                  <a:gd name="connsiteY9" fmla="*/ 58991 h 108838"/>
                  <a:gd name="connsiteX10" fmla="*/ 19113 w 86296"/>
                  <a:gd name="connsiteY10" fmla="*/ 78041 h 108838"/>
                  <a:gd name="connsiteX11" fmla="*/ 26352 w 86296"/>
                  <a:gd name="connsiteY11" fmla="*/ 89217 h 108838"/>
                  <a:gd name="connsiteX12" fmla="*/ 39941 w 86296"/>
                  <a:gd name="connsiteY12" fmla="*/ 93282 h 108838"/>
                  <a:gd name="connsiteX13" fmla="*/ 55181 w 86296"/>
                  <a:gd name="connsiteY13" fmla="*/ 89090 h 108838"/>
                  <a:gd name="connsiteX14" fmla="*/ 65278 w 86296"/>
                  <a:gd name="connsiteY14" fmla="*/ 77788 h 108838"/>
                  <a:gd name="connsiteX15" fmla="*/ 68263 w 86296"/>
                  <a:gd name="connsiteY15" fmla="*/ 57023 h 108838"/>
                  <a:gd name="connsiteX16" fmla="*/ 68263 w 86296"/>
                  <a:gd name="connsiteY16" fmla="*/ 0 h 108838"/>
                  <a:gd name="connsiteX17" fmla="*/ 86296 w 86296"/>
                  <a:gd name="connsiteY17" fmla="*/ 0 h 108838"/>
                  <a:gd name="connsiteX18" fmla="*/ 86296 w 86296"/>
                  <a:gd name="connsiteY18" fmla="*/ 106363 h 108838"/>
                  <a:gd name="connsiteX19" fmla="*/ 70167 w 86296"/>
                  <a:gd name="connsiteY19" fmla="*/ 106363 h 10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6296" h="108838">
                    <a:moveTo>
                      <a:pt x="70167" y="106426"/>
                    </a:moveTo>
                    <a:lnTo>
                      <a:pt x="70167" y="90805"/>
                    </a:lnTo>
                    <a:cubicBezTo>
                      <a:pt x="61913" y="102807"/>
                      <a:pt x="50610" y="108839"/>
                      <a:pt x="36385" y="108839"/>
                    </a:cubicBezTo>
                    <a:cubicBezTo>
                      <a:pt x="30099" y="108839"/>
                      <a:pt x="24257" y="107632"/>
                      <a:pt x="18796" y="105219"/>
                    </a:cubicBezTo>
                    <a:cubicBezTo>
                      <a:pt x="13335" y="102807"/>
                      <a:pt x="9335" y="99822"/>
                      <a:pt x="6667" y="96139"/>
                    </a:cubicBezTo>
                    <a:cubicBezTo>
                      <a:pt x="4000" y="92519"/>
                      <a:pt x="2159" y="88011"/>
                      <a:pt x="1079" y="82740"/>
                    </a:cubicBezTo>
                    <a:cubicBezTo>
                      <a:pt x="317" y="79184"/>
                      <a:pt x="0" y="73596"/>
                      <a:pt x="0" y="65913"/>
                    </a:cubicBezTo>
                    <a:lnTo>
                      <a:pt x="0" y="0"/>
                    </a:lnTo>
                    <a:lnTo>
                      <a:pt x="18034" y="0"/>
                    </a:lnTo>
                    <a:lnTo>
                      <a:pt x="18034" y="58991"/>
                    </a:lnTo>
                    <a:cubicBezTo>
                      <a:pt x="18034" y="68389"/>
                      <a:pt x="18415" y="74739"/>
                      <a:pt x="19113" y="78041"/>
                    </a:cubicBezTo>
                    <a:cubicBezTo>
                      <a:pt x="20256" y="82804"/>
                      <a:pt x="22669" y="86487"/>
                      <a:pt x="26352" y="89217"/>
                    </a:cubicBezTo>
                    <a:cubicBezTo>
                      <a:pt x="30035" y="91948"/>
                      <a:pt x="34544" y="93282"/>
                      <a:pt x="39941" y="93282"/>
                    </a:cubicBezTo>
                    <a:cubicBezTo>
                      <a:pt x="45339" y="93282"/>
                      <a:pt x="50419" y="91884"/>
                      <a:pt x="55181" y="89090"/>
                    </a:cubicBezTo>
                    <a:cubicBezTo>
                      <a:pt x="59944" y="86296"/>
                      <a:pt x="63246" y="82550"/>
                      <a:pt x="65278" y="77788"/>
                    </a:cubicBezTo>
                    <a:cubicBezTo>
                      <a:pt x="67246" y="73025"/>
                      <a:pt x="68263" y="66103"/>
                      <a:pt x="68263" y="57023"/>
                    </a:cubicBezTo>
                    <a:lnTo>
                      <a:pt x="68263" y="0"/>
                    </a:lnTo>
                    <a:lnTo>
                      <a:pt x="86296" y="0"/>
                    </a:lnTo>
                    <a:lnTo>
                      <a:pt x="86296" y="106363"/>
                    </a:lnTo>
                    <a:lnTo>
                      <a:pt x="70167" y="106363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7231FC66-C42A-AF9E-6150-898C5F1F49B1}"/>
                  </a:ext>
                </a:extLst>
              </p:cNvPr>
              <p:cNvSpPr/>
              <p:nvPr/>
            </p:nvSpPr>
            <p:spPr>
              <a:xfrm>
                <a:off x="6232271" y="4035615"/>
                <a:ext cx="144081" cy="108775"/>
              </a:xfrm>
              <a:custGeom>
                <a:avLst/>
                <a:gdLst>
                  <a:gd name="connsiteX0" fmla="*/ 0 w 144081"/>
                  <a:gd name="connsiteY0" fmla="*/ 108775 h 108775"/>
                  <a:gd name="connsiteX1" fmla="*/ 0 w 144081"/>
                  <a:gd name="connsiteY1" fmla="*/ 2413 h 108775"/>
                  <a:gd name="connsiteX2" fmla="*/ 16129 w 144081"/>
                  <a:gd name="connsiteY2" fmla="*/ 2413 h 108775"/>
                  <a:gd name="connsiteX3" fmla="*/ 16129 w 144081"/>
                  <a:gd name="connsiteY3" fmla="*/ 17335 h 108775"/>
                  <a:gd name="connsiteX4" fmla="*/ 29464 w 144081"/>
                  <a:gd name="connsiteY4" fmla="*/ 4763 h 108775"/>
                  <a:gd name="connsiteX5" fmla="*/ 48387 w 144081"/>
                  <a:gd name="connsiteY5" fmla="*/ 0 h 108775"/>
                  <a:gd name="connsiteX6" fmla="*/ 67754 w 144081"/>
                  <a:gd name="connsiteY6" fmla="*/ 4889 h 108775"/>
                  <a:gd name="connsiteX7" fmla="*/ 78422 w 144081"/>
                  <a:gd name="connsiteY7" fmla="*/ 18605 h 108775"/>
                  <a:gd name="connsiteX8" fmla="*/ 111252 w 144081"/>
                  <a:gd name="connsiteY8" fmla="*/ 0 h 108775"/>
                  <a:gd name="connsiteX9" fmla="*/ 135572 w 144081"/>
                  <a:gd name="connsiteY9" fmla="*/ 8763 h 108775"/>
                  <a:gd name="connsiteX10" fmla="*/ 144082 w 144081"/>
                  <a:gd name="connsiteY10" fmla="*/ 35750 h 108775"/>
                  <a:gd name="connsiteX11" fmla="*/ 144082 w 144081"/>
                  <a:gd name="connsiteY11" fmla="*/ 108775 h 108775"/>
                  <a:gd name="connsiteX12" fmla="*/ 126174 w 144081"/>
                  <a:gd name="connsiteY12" fmla="*/ 108775 h 108775"/>
                  <a:gd name="connsiteX13" fmla="*/ 126174 w 144081"/>
                  <a:gd name="connsiteY13" fmla="*/ 41783 h 108775"/>
                  <a:gd name="connsiteX14" fmla="*/ 124396 w 144081"/>
                  <a:gd name="connsiteY14" fmla="*/ 26225 h 108775"/>
                  <a:gd name="connsiteX15" fmla="*/ 118046 w 144081"/>
                  <a:gd name="connsiteY15" fmla="*/ 18542 h 108775"/>
                  <a:gd name="connsiteX16" fmla="*/ 107251 w 144081"/>
                  <a:gd name="connsiteY16" fmla="*/ 15621 h 108775"/>
                  <a:gd name="connsiteX17" fmla="*/ 88646 w 144081"/>
                  <a:gd name="connsiteY17" fmla="*/ 23114 h 108775"/>
                  <a:gd name="connsiteX18" fmla="*/ 81216 w 144081"/>
                  <a:gd name="connsiteY18" fmla="*/ 46990 h 108775"/>
                  <a:gd name="connsiteX19" fmla="*/ 81216 w 144081"/>
                  <a:gd name="connsiteY19" fmla="*/ 108775 h 108775"/>
                  <a:gd name="connsiteX20" fmla="*/ 63182 w 144081"/>
                  <a:gd name="connsiteY20" fmla="*/ 108775 h 108775"/>
                  <a:gd name="connsiteX21" fmla="*/ 63182 w 144081"/>
                  <a:gd name="connsiteY21" fmla="*/ 39688 h 108775"/>
                  <a:gd name="connsiteX22" fmla="*/ 58801 w 144081"/>
                  <a:gd name="connsiteY22" fmla="*/ 21653 h 108775"/>
                  <a:gd name="connsiteX23" fmla="*/ 44386 w 144081"/>
                  <a:gd name="connsiteY23" fmla="*/ 15621 h 108775"/>
                  <a:gd name="connsiteX24" fmla="*/ 30289 w 144081"/>
                  <a:gd name="connsiteY24" fmla="*/ 19621 h 108775"/>
                  <a:gd name="connsiteX25" fmla="*/ 20955 w 144081"/>
                  <a:gd name="connsiteY25" fmla="*/ 31305 h 108775"/>
                  <a:gd name="connsiteX26" fmla="*/ 18034 w 144081"/>
                  <a:gd name="connsiteY26" fmla="*/ 53530 h 108775"/>
                  <a:gd name="connsiteX27" fmla="*/ 18034 w 144081"/>
                  <a:gd name="connsiteY27" fmla="*/ 108712 h 108775"/>
                  <a:gd name="connsiteX28" fmla="*/ 0 w 144081"/>
                  <a:gd name="connsiteY28" fmla="*/ 108712 h 108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44081" h="108775">
                    <a:moveTo>
                      <a:pt x="0" y="108775"/>
                    </a:moveTo>
                    <a:lnTo>
                      <a:pt x="0" y="2413"/>
                    </a:lnTo>
                    <a:lnTo>
                      <a:pt x="16129" y="2413"/>
                    </a:lnTo>
                    <a:lnTo>
                      <a:pt x="16129" y="17335"/>
                    </a:lnTo>
                    <a:cubicBezTo>
                      <a:pt x="19495" y="12128"/>
                      <a:pt x="23939" y="7938"/>
                      <a:pt x="29464" y="4763"/>
                    </a:cubicBezTo>
                    <a:cubicBezTo>
                      <a:pt x="34988" y="1588"/>
                      <a:pt x="41338" y="0"/>
                      <a:pt x="48387" y="0"/>
                    </a:cubicBezTo>
                    <a:cubicBezTo>
                      <a:pt x="56261" y="0"/>
                      <a:pt x="62738" y="1651"/>
                      <a:pt x="67754" y="4889"/>
                    </a:cubicBezTo>
                    <a:cubicBezTo>
                      <a:pt x="72771" y="8191"/>
                      <a:pt x="76327" y="12763"/>
                      <a:pt x="78422" y="18605"/>
                    </a:cubicBezTo>
                    <a:cubicBezTo>
                      <a:pt x="86804" y="6159"/>
                      <a:pt x="97790" y="0"/>
                      <a:pt x="111252" y="0"/>
                    </a:cubicBezTo>
                    <a:cubicBezTo>
                      <a:pt x="121793" y="0"/>
                      <a:pt x="129921" y="2921"/>
                      <a:pt x="135572" y="8763"/>
                    </a:cubicBezTo>
                    <a:cubicBezTo>
                      <a:pt x="141224" y="14605"/>
                      <a:pt x="144082" y="23622"/>
                      <a:pt x="144082" y="35750"/>
                    </a:cubicBezTo>
                    <a:lnTo>
                      <a:pt x="144082" y="108775"/>
                    </a:lnTo>
                    <a:lnTo>
                      <a:pt x="126174" y="108775"/>
                    </a:lnTo>
                    <a:lnTo>
                      <a:pt x="126174" y="41783"/>
                    </a:lnTo>
                    <a:cubicBezTo>
                      <a:pt x="126174" y="34544"/>
                      <a:pt x="125603" y="29400"/>
                      <a:pt x="124396" y="26225"/>
                    </a:cubicBezTo>
                    <a:cubicBezTo>
                      <a:pt x="123253" y="23050"/>
                      <a:pt x="121095" y="20510"/>
                      <a:pt x="118046" y="18542"/>
                    </a:cubicBezTo>
                    <a:cubicBezTo>
                      <a:pt x="114998" y="16637"/>
                      <a:pt x="111379" y="15621"/>
                      <a:pt x="107251" y="15621"/>
                    </a:cubicBezTo>
                    <a:cubicBezTo>
                      <a:pt x="99758" y="15621"/>
                      <a:pt x="93535" y="18097"/>
                      <a:pt x="88646" y="23114"/>
                    </a:cubicBezTo>
                    <a:cubicBezTo>
                      <a:pt x="83693" y="28067"/>
                      <a:pt x="81216" y="36068"/>
                      <a:pt x="81216" y="46990"/>
                    </a:cubicBezTo>
                    <a:lnTo>
                      <a:pt x="81216" y="108775"/>
                    </a:lnTo>
                    <a:lnTo>
                      <a:pt x="63182" y="108775"/>
                    </a:lnTo>
                    <a:lnTo>
                      <a:pt x="63182" y="39688"/>
                    </a:lnTo>
                    <a:cubicBezTo>
                      <a:pt x="63182" y="31686"/>
                      <a:pt x="61722" y="25654"/>
                      <a:pt x="58801" y="21653"/>
                    </a:cubicBezTo>
                    <a:cubicBezTo>
                      <a:pt x="55880" y="17653"/>
                      <a:pt x="51054" y="15621"/>
                      <a:pt x="44386" y="15621"/>
                    </a:cubicBezTo>
                    <a:cubicBezTo>
                      <a:pt x="39307" y="15621"/>
                      <a:pt x="34607" y="16954"/>
                      <a:pt x="30289" y="19621"/>
                    </a:cubicBezTo>
                    <a:cubicBezTo>
                      <a:pt x="25971" y="22288"/>
                      <a:pt x="22860" y="26225"/>
                      <a:pt x="20955" y="31305"/>
                    </a:cubicBezTo>
                    <a:cubicBezTo>
                      <a:pt x="18986" y="36449"/>
                      <a:pt x="18034" y="43878"/>
                      <a:pt x="18034" y="53530"/>
                    </a:cubicBezTo>
                    <a:lnTo>
                      <a:pt x="18034" y="108712"/>
                    </a:lnTo>
                    <a:lnTo>
                      <a:pt x="0" y="1087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573CD0B4-8A81-BB05-8C48-3E51D28E2238}"/>
                  </a:ext>
                </a:extLst>
              </p:cNvPr>
              <p:cNvSpPr/>
              <p:nvPr/>
            </p:nvSpPr>
            <p:spPr>
              <a:xfrm>
                <a:off x="6397053" y="4035552"/>
                <a:ext cx="97980" cy="111188"/>
              </a:xfrm>
              <a:custGeom>
                <a:avLst/>
                <a:gdLst>
                  <a:gd name="connsiteX0" fmla="*/ 75502 w 97980"/>
                  <a:gd name="connsiteY0" fmla="*/ 95695 h 111188"/>
                  <a:gd name="connsiteX1" fmla="*/ 56198 w 97980"/>
                  <a:gd name="connsiteY1" fmla="*/ 107696 h 111188"/>
                  <a:gd name="connsiteX2" fmla="*/ 36322 w 97980"/>
                  <a:gd name="connsiteY2" fmla="*/ 111189 h 111188"/>
                  <a:gd name="connsiteX3" fmla="*/ 9398 w 97980"/>
                  <a:gd name="connsiteY3" fmla="*/ 102616 h 111188"/>
                  <a:gd name="connsiteX4" fmla="*/ 0 w 97980"/>
                  <a:gd name="connsiteY4" fmla="*/ 80708 h 111188"/>
                  <a:gd name="connsiteX5" fmla="*/ 3556 w 97980"/>
                  <a:gd name="connsiteY5" fmla="*/ 66421 h 111188"/>
                  <a:gd name="connsiteX6" fmla="*/ 12891 w 97980"/>
                  <a:gd name="connsiteY6" fmla="*/ 56070 h 111188"/>
                  <a:gd name="connsiteX7" fmla="*/ 25845 w 97980"/>
                  <a:gd name="connsiteY7" fmla="*/ 50165 h 111188"/>
                  <a:gd name="connsiteX8" fmla="*/ 41847 w 97980"/>
                  <a:gd name="connsiteY8" fmla="*/ 47498 h 111188"/>
                  <a:gd name="connsiteX9" fmla="*/ 73978 w 97980"/>
                  <a:gd name="connsiteY9" fmla="*/ 41275 h 111188"/>
                  <a:gd name="connsiteX10" fmla="*/ 74105 w 97980"/>
                  <a:gd name="connsiteY10" fmla="*/ 36576 h 111188"/>
                  <a:gd name="connsiteX11" fmla="*/ 69025 w 97980"/>
                  <a:gd name="connsiteY11" fmla="*/ 21082 h 111188"/>
                  <a:gd name="connsiteX12" fmla="*/ 48514 w 97980"/>
                  <a:gd name="connsiteY12" fmla="*/ 14986 h 111188"/>
                  <a:gd name="connsiteX13" fmla="*/ 29718 w 97980"/>
                  <a:gd name="connsiteY13" fmla="*/ 19431 h 111188"/>
                  <a:gd name="connsiteX14" fmla="*/ 20765 w 97980"/>
                  <a:gd name="connsiteY14" fmla="*/ 35179 h 111188"/>
                  <a:gd name="connsiteX15" fmla="*/ 3112 w 97980"/>
                  <a:gd name="connsiteY15" fmla="*/ 32766 h 111188"/>
                  <a:gd name="connsiteX16" fmla="*/ 11049 w 97980"/>
                  <a:gd name="connsiteY16" fmla="*/ 14478 h 111188"/>
                  <a:gd name="connsiteX17" fmla="*/ 26988 w 97980"/>
                  <a:gd name="connsiteY17" fmla="*/ 3746 h 111188"/>
                  <a:gd name="connsiteX18" fmla="*/ 51118 w 97980"/>
                  <a:gd name="connsiteY18" fmla="*/ 0 h 111188"/>
                  <a:gd name="connsiteX19" fmla="*/ 73279 w 97980"/>
                  <a:gd name="connsiteY19" fmla="*/ 3175 h 111188"/>
                  <a:gd name="connsiteX20" fmla="*/ 85789 w 97980"/>
                  <a:gd name="connsiteY20" fmla="*/ 11239 h 111188"/>
                  <a:gd name="connsiteX21" fmla="*/ 91377 w 97980"/>
                  <a:gd name="connsiteY21" fmla="*/ 23495 h 111188"/>
                  <a:gd name="connsiteX22" fmla="*/ 92266 w 97980"/>
                  <a:gd name="connsiteY22" fmla="*/ 40132 h 111188"/>
                  <a:gd name="connsiteX23" fmla="*/ 92266 w 97980"/>
                  <a:gd name="connsiteY23" fmla="*/ 64198 h 111188"/>
                  <a:gd name="connsiteX24" fmla="*/ 93409 w 97980"/>
                  <a:gd name="connsiteY24" fmla="*/ 96012 h 111188"/>
                  <a:gd name="connsiteX25" fmla="*/ 97981 w 97980"/>
                  <a:gd name="connsiteY25" fmla="*/ 108776 h 111188"/>
                  <a:gd name="connsiteX26" fmla="*/ 79121 w 97980"/>
                  <a:gd name="connsiteY26" fmla="*/ 108776 h 111188"/>
                  <a:gd name="connsiteX27" fmla="*/ 75502 w 97980"/>
                  <a:gd name="connsiteY27" fmla="*/ 95631 h 111188"/>
                  <a:gd name="connsiteX28" fmla="*/ 73978 w 97980"/>
                  <a:gd name="connsiteY28" fmla="*/ 55435 h 111188"/>
                  <a:gd name="connsiteX29" fmla="*/ 44514 w 97980"/>
                  <a:gd name="connsiteY29" fmla="*/ 62230 h 111188"/>
                  <a:gd name="connsiteX30" fmla="*/ 28766 w 97980"/>
                  <a:gd name="connsiteY30" fmla="*/ 65849 h 111188"/>
                  <a:gd name="connsiteX31" fmla="*/ 21654 w 97980"/>
                  <a:gd name="connsiteY31" fmla="*/ 71691 h 111188"/>
                  <a:gd name="connsiteX32" fmla="*/ 19177 w 97980"/>
                  <a:gd name="connsiteY32" fmla="*/ 80264 h 111188"/>
                  <a:gd name="connsiteX33" fmla="*/ 24638 w 97980"/>
                  <a:gd name="connsiteY33" fmla="*/ 92265 h 111188"/>
                  <a:gd name="connsiteX34" fmla="*/ 40640 w 97980"/>
                  <a:gd name="connsiteY34" fmla="*/ 97091 h 111188"/>
                  <a:gd name="connsiteX35" fmla="*/ 59182 w 97980"/>
                  <a:gd name="connsiteY35" fmla="*/ 92520 h 111188"/>
                  <a:gd name="connsiteX36" fmla="*/ 71120 w 97980"/>
                  <a:gd name="connsiteY36" fmla="*/ 80073 h 111188"/>
                  <a:gd name="connsiteX37" fmla="*/ 74041 w 97980"/>
                  <a:gd name="connsiteY37" fmla="*/ 62039 h 111188"/>
                  <a:gd name="connsiteX38" fmla="*/ 74041 w 97980"/>
                  <a:gd name="connsiteY38" fmla="*/ 55435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980" h="111188">
                    <a:moveTo>
                      <a:pt x="75502" y="95695"/>
                    </a:moveTo>
                    <a:cubicBezTo>
                      <a:pt x="68834" y="101346"/>
                      <a:pt x="62421" y="105346"/>
                      <a:pt x="56198" y="107696"/>
                    </a:cubicBezTo>
                    <a:cubicBezTo>
                      <a:pt x="50038" y="110045"/>
                      <a:pt x="43371" y="111189"/>
                      <a:pt x="36322" y="111189"/>
                    </a:cubicBezTo>
                    <a:cubicBezTo>
                      <a:pt x="24638" y="111189"/>
                      <a:pt x="15685" y="108331"/>
                      <a:pt x="9398" y="102616"/>
                    </a:cubicBezTo>
                    <a:cubicBezTo>
                      <a:pt x="3112" y="96901"/>
                      <a:pt x="0" y="89598"/>
                      <a:pt x="0" y="80708"/>
                    </a:cubicBezTo>
                    <a:cubicBezTo>
                      <a:pt x="0" y="75501"/>
                      <a:pt x="1207" y="70739"/>
                      <a:pt x="3556" y="66421"/>
                    </a:cubicBezTo>
                    <a:cubicBezTo>
                      <a:pt x="5906" y="62103"/>
                      <a:pt x="9017" y="58674"/>
                      <a:pt x="12891" y="56070"/>
                    </a:cubicBezTo>
                    <a:cubicBezTo>
                      <a:pt x="16701" y="53467"/>
                      <a:pt x="21082" y="51498"/>
                      <a:pt x="25845" y="50165"/>
                    </a:cubicBezTo>
                    <a:cubicBezTo>
                      <a:pt x="29401" y="49213"/>
                      <a:pt x="34735" y="48323"/>
                      <a:pt x="41847" y="47498"/>
                    </a:cubicBezTo>
                    <a:cubicBezTo>
                      <a:pt x="56388" y="45783"/>
                      <a:pt x="67120" y="43688"/>
                      <a:pt x="73978" y="41275"/>
                    </a:cubicBezTo>
                    <a:cubicBezTo>
                      <a:pt x="74041" y="38798"/>
                      <a:pt x="74105" y="37211"/>
                      <a:pt x="74105" y="36576"/>
                    </a:cubicBezTo>
                    <a:cubicBezTo>
                      <a:pt x="74105" y="29210"/>
                      <a:pt x="72390" y="24066"/>
                      <a:pt x="69025" y="21082"/>
                    </a:cubicBezTo>
                    <a:cubicBezTo>
                      <a:pt x="64389" y="17018"/>
                      <a:pt x="57595" y="14986"/>
                      <a:pt x="48514" y="14986"/>
                    </a:cubicBezTo>
                    <a:cubicBezTo>
                      <a:pt x="40005" y="14986"/>
                      <a:pt x="33782" y="16446"/>
                      <a:pt x="29718" y="19431"/>
                    </a:cubicBezTo>
                    <a:cubicBezTo>
                      <a:pt x="25654" y="22415"/>
                      <a:pt x="22670" y="27686"/>
                      <a:pt x="20765" y="35179"/>
                    </a:cubicBezTo>
                    <a:lnTo>
                      <a:pt x="3112" y="32766"/>
                    </a:lnTo>
                    <a:cubicBezTo>
                      <a:pt x="4699" y="25209"/>
                      <a:pt x="7366" y="19114"/>
                      <a:pt x="11049" y="14478"/>
                    </a:cubicBezTo>
                    <a:cubicBezTo>
                      <a:pt x="14732" y="9842"/>
                      <a:pt x="20003" y="6286"/>
                      <a:pt x="26988" y="3746"/>
                    </a:cubicBezTo>
                    <a:cubicBezTo>
                      <a:pt x="33909" y="1207"/>
                      <a:pt x="41974" y="0"/>
                      <a:pt x="51118" y="0"/>
                    </a:cubicBezTo>
                    <a:cubicBezTo>
                      <a:pt x="60262" y="0"/>
                      <a:pt x="67564" y="1079"/>
                      <a:pt x="73279" y="3175"/>
                    </a:cubicBezTo>
                    <a:cubicBezTo>
                      <a:pt x="78931" y="5334"/>
                      <a:pt x="83122" y="8001"/>
                      <a:pt x="85789" y="11239"/>
                    </a:cubicBezTo>
                    <a:cubicBezTo>
                      <a:pt x="88456" y="14478"/>
                      <a:pt x="90361" y="18605"/>
                      <a:pt x="91377" y="23495"/>
                    </a:cubicBezTo>
                    <a:cubicBezTo>
                      <a:pt x="91948" y="26543"/>
                      <a:pt x="92266" y="32131"/>
                      <a:pt x="92266" y="40132"/>
                    </a:cubicBezTo>
                    <a:lnTo>
                      <a:pt x="92266" y="64198"/>
                    </a:lnTo>
                    <a:cubicBezTo>
                      <a:pt x="92266" y="80963"/>
                      <a:pt x="92647" y="91567"/>
                      <a:pt x="93409" y="96012"/>
                    </a:cubicBezTo>
                    <a:cubicBezTo>
                      <a:pt x="94171" y="100457"/>
                      <a:pt x="95695" y="104711"/>
                      <a:pt x="97981" y="108776"/>
                    </a:cubicBezTo>
                    <a:lnTo>
                      <a:pt x="79121" y="108776"/>
                    </a:lnTo>
                    <a:cubicBezTo>
                      <a:pt x="77280" y="105029"/>
                      <a:pt x="76073" y="100647"/>
                      <a:pt x="75502" y="95631"/>
                    </a:cubicBezTo>
                    <a:close/>
                    <a:moveTo>
                      <a:pt x="73978" y="55435"/>
                    </a:moveTo>
                    <a:cubicBezTo>
                      <a:pt x="67437" y="58102"/>
                      <a:pt x="57595" y="60389"/>
                      <a:pt x="44514" y="62230"/>
                    </a:cubicBezTo>
                    <a:cubicBezTo>
                      <a:pt x="37084" y="63309"/>
                      <a:pt x="31877" y="64516"/>
                      <a:pt x="28766" y="65849"/>
                    </a:cubicBezTo>
                    <a:cubicBezTo>
                      <a:pt x="25718" y="67183"/>
                      <a:pt x="23305" y="69151"/>
                      <a:pt x="21654" y="71691"/>
                    </a:cubicBezTo>
                    <a:cubicBezTo>
                      <a:pt x="20003" y="74232"/>
                      <a:pt x="19177" y="77089"/>
                      <a:pt x="19177" y="80264"/>
                    </a:cubicBezTo>
                    <a:cubicBezTo>
                      <a:pt x="19177" y="85090"/>
                      <a:pt x="21018" y="89090"/>
                      <a:pt x="24638" y="92265"/>
                    </a:cubicBezTo>
                    <a:cubicBezTo>
                      <a:pt x="28258" y="95440"/>
                      <a:pt x="33592" y="97091"/>
                      <a:pt x="40640" y="97091"/>
                    </a:cubicBezTo>
                    <a:cubicBezTo>
                      <a:pt x="47689" y="97091"/>
                      <a:pt x="53785" y="95567"/>
                      <a:pt x="59182" y="92520"/>
                    </a:cubicBezTo>
                    <a:cubicBezTo>
                      <a:pt x="64580" y="89471"/>
                      <a:pt x="68580" y="85344"/>
                      <a:pt x="71120" y="80073"/>
                    </a:cubicBezTo>
                    <a:cubicBezTo>
                      <a:pt x="73089" y="76009"/>
                      <a:pt x="74041" y="69977"/>
                      <a:pt x="74041" y="62039"/>
                    </a:cubicBezTo>
                    <a:lnTo>
                      <a:pt x="74041" y="5543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E0172A90-47C6-D204-A7FC-C652B532D4A2}"/>
                  </a:ext>
                </a:extLst>
              </p:cNvPr>
              <p:cNvSpPr/>
              <p:nvPr/>
            </p:nvSpPr>
            <p:spPr>
              <a:xfrm>
                <a:off x="6517195" y="4035615"/>
                <a:ext cx="86486" cy="108838"/>
              </a:xfrm>
              <a:custGeom>
                <a:avLst/>
                <a:gdLst>
                  <a:gd name="connsiteX0" fmla="*/ 64 w 86486"/>
                  <a:gd name="connsiteY0" fmla="*/ 108775 h 108838"/>
                  <a:gd name="connsiteX1" fmla="*/ 64 w 86486"/>
                  <a:gd name="connsiteY1" fmla="*/ 2413 h 108838"/>
                  <a:gd name="connsiteX2" fmla="*/ 16320 w 86486"/>
                  <a:gd name="connsiteY2" fmla="*/ 2413 h 108838"/>
                  <a:gd name="connsiteX3" fmla="*/ 16320 w 86486"/>
                  <a:gd name="connsiteY3" fmla="*/ 17526 h 108838"/>
                  <a:gd name="connsiteX4" fmla="*/ 50165 w 86486"/>
                  <a:gd name="connsiteY4" fmla="*/ 0 h 108838"/>
                  <a:gd name="connsiteX5" fmla="*/ 67818 w 86486"/>
                  <a:gd name="connsiteY5" fmla="*/ 3429 h 108838"/>
                  <a:gd name="connsiteX6" fmla="*/ 79883 w 86486"/>
                  <a:gd name="connsiteY6" fmla="*/ 12509 h 108838"/>
                  <a:gd name="connsiteX7" fmla="*/ 85471 w 86486"/>
                  <a:gd name="connsiteY7" fmla="*/ 25844 h 108838"/>
                  <a:gd name="connsiteX8" fmla="*/ 86487 w 86486"/>
                  <a:gd name="connsiteY8" fmla="*/ 43370 h 108838"/>
                  <a:gd name="connsiteX9" fmla="*/ 86487 w 86486"/>
                  <a:gd name="connsiteY9" fmla="*/ 108775 h 108838"/>
                  <a:gd name="connsiteX10" fmla="*/ 68453 w 86486"/>
                  <a:gd name="connsiteY10" fmla="*/ 108775 h 108838"/>
                  <a:gd name="connsiteX11" fmla="*/ 68453 w 86486"/>
                  <a:gd name="connsiteY11" fmla="*/ 44069 h 108838"/>
                  <a:gd name="connsiteX12" fmla="*/ 66358 w 86486"/>
                  <a:gd name="connsiteY12" fmla="*/ 27622 h 108838"/>
                  <a:gd name="connsiteX13" fmla="*/ 58864 w 86486"/>
                  <a:gd name="connsiteY13" fmla="*/ 18923 h 108838"/>
                  <a:gd name="connsiteX14" fmla="*/ 46291 w 86486"/>
                  <a:gd name="connsiteY14" fmla="*/ 15684 h 108838"/>
                  <a:gd name="connsiteX15" fmla="*/ 26416 w 86486"/>
                  <a:gd name="connsiteY15" fmla="*/ 22987 h 108838"/>
                  <a:gd name="connsiteX16" fmla="*/ 18034 w 86486"/>
                  <a:gd name="connsiteY16" fmla="*/ 50736 h 108838"/>
                  <a:gd name="connsiteX17" fmla="*/ 18034 w 86486"/>
                  <a:gd name="connsiteY17" fmla="*/ 108839 h 108838"/>
                  <a:gd name="connsiteX18" fmla="*/ 0 w 86486"/>
                  <a:gd name="connsiteY18" fmla="*/ 108839 h 10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6486" h="108838">
                    <a:moveTo>
                      <a:pt x="64" y="108775"/>
                    </a:moveTo>
                    <a:lnTo>
                      <a:pt x="64" y="2413"/>
                    </a:lnTo>
                    <a:lnTo>
                      <a:pt x="16320" y="2413"/>
                    </a:lnTo>
                    <a:lnTo>
                      <a:pt x="16320" y="17526"/>
                    </a:lnTo>
                    <a:cubicBezTo>
                      <a:pt x="24130" y="5842"/>
                      <a:pt x="35433" y="0"/>
                      <a:pt x="50165" y="0"/>
                    </a:cubicBezTo>
                    <a:cubicBezTo>
                      <a:pt x="56578" y="0"/>
                      <a:pt x="62484" y="1143"/>
                      <a:pt x="67818" y="3429"/>
                    </a:cubicBezTo>
                    <a:cubicBezTo>
                      <a:pt x="73215" y="5715"/>
                      <a:pt x="77216" y="8763"/>
                      <a:pt x="79883" y="12509"/>
                    </a:cubicBezTo>
                    <a:cubicBezTo>
                      <a:pt x="82550" y="16256"/>
                      <a:pt x="84455" y="20701"/>
                      <a:pt x="85471" y="25844"/>
                    </a:cubicBezTo>
                    <a:cubicBezTo>
                      <a:pt x="86170" y="29210"/>
                      <a:pt x="86487" y="35052"/>
                      <a:pt x="86487" y="43370"/>
                    </a:cubicBezTo>
                    <a:lnTo>
                      <a:pt x="86487" y="108775"/>
                    </a:lnTo>
                    <a:lnTo>
                      <a:pt x="68453" y="108775"/>
                    </a:lnTo>
                    <a:lnTo>
                      <a:pt x="68453" y="44069"/>
                    </a:lnTo>
                    <a:cubicBezTo>
                      <a:pt x="68453" y="36703"/>
                      <a:pt x="67754" y="31242"/>
                      <a:pt x="66358" y="27622"/>
                    </a:cubicBezTo>
                    <a:cubicBezTo>
                      <a:pt x="64960" y="24003"/>
                      <a:pt x="62484" y="21082"/>
                      <a:pt x="58864" y="18923"/>
                    </a:cubicBezTo>
                    <a:cubicBezTo>
                      <a:pt x="55308" y="16764"/>
                      <a:pt x="51117" y="15684"/>
                      <a:pt x="46291" y="15684"/>
                    </a:cubicBezTo>
                    <a:cubicBezTo>
                      <a:pt x="38608" y="15684"/>
                      <a:pt x="32004" y="18097"/>
                      <a:pt x="26416" y="22987"/>
                    </a:cubicBezTo>
                    <a:cubicBezTo>
                      <a:pt x="20828" y="27876"/>
                      <a:pt x="18034" y="37084"/>
                      <a:pt x="18034" y="50736"/>
                    </a:cubicBezTo>
                    <a:lnTo>
                      <a:pt x="18034" y="108839"/>
                    </a:lnTo>
                    <a:lnTo>
                      <a:pt x="0" y="108839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CB819D9F-0BEF-72CA-DFB7-C98A17A1A920}"/>
                  </a:ext>
                </a:extLst>
              </p:cNvPr>
              <p:cNvSpPr/>
              <p:nvPr/>
            </p:nvSpPr>
            <p:spPr>
              <a:xfrm>
                <a:off x="6685724" y="4047109"/>
                <a:ext cx="50863" cy="50800"/>
              </a:xfrm>
              <a:custGeom>
                <a:avLst/>
                <a:gdLst>
                  <a:gd name="connsiteX0" fmla="*/ 0 w 50863"/>
                  <a:gd name="connsiteY0" fmla="*/ 25336 h 50800"/>
                  <a:gd name="connsiteX1" fmla="*/ 7493 w 50863"/>
                  <a:gd name="connsiteY1" fmla="*/ 7429 h 50800"/>
                  <a:gd name="connsiteX2" fmla="*/ 25400 w 50863"/>
                  <a:gd name="connsiteY2" fmla="*/ 0 h 50800"/>
                  <a:gd name="connsiteX3" fmla="*/ 43371 w 50863"/>
                  <a:gd name="connsiteY3" fmla="*/ 7429 h 50800"/>
                  <a:gd name="connsiteX4" fmla="*/ 50864 w 50863"/>
                  <a:gd name="connsiteY4" fmla="*/ 25336 h 50800"/>
                  <a:gd name="connsiteX5" fmla="*/ 43371 w 50863"/>
                  <a:gd name="connsiteY5" fmla="*/ 43307 h 50800"/>
                  <a:gd name="connsiteX6" fmla="*/ 25400 w 50863"/>
                  <a:gd name="connsiteY6" fmla="*/ 50800 h 50800"/>
                  <a:gd name="connsiteX7" fmla="*/ 7493 w 50863"/>
                  <a:gd name="connsiteY7" fmla="*/ 43307 h 50800"/>
                  <a:gd name="connsiteX8" fmla="*/ 0 w 50863"/>
                  <a:gd name="connsiteY8" fmla="*/ 25336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63" h="50800">
                    <a:moveTo>
                      <a:pt x="0" y="25336"/>
                    </a:moveTo>
                    <a:cubicBezTo>
                      <a:pt x="0" y="18351"/>
                      <a:pt x="2477" y="12382"/>
                      <a:pt x="7493" y="7429"/>
                    </a:cubicBezTo>
                    <a:cubicBezTo>
                      <a:pt x="12446" y="2476"/>
                      <a:pt x="18415" y="0"/>
                      <a:pt x="25400" y="0"/>
                    </a:cubicBezTo>
                    <a:cubicBezTo>
                      <a:pt x="32385" y="0"/>
                      <a:pt x="38417" y="2476"/>
                      <a:pt x="43371" y="7429"/>
                    </a:cubicBezTo>
                    <a:cubicBezTo>
                      <a:pt x="48323" y="12382"/>
                      <a:pt x="50864" y="18351"/>
                      <a:pt x="50864" y="25336"/>
                    </a:cubicBezTo>
                    <a:cubicBezTo>
                      <a:pt x="50864" y="32321"/>
                      <a:pt x="48387" y="38354"/>
                      <a:pt x="43371" y="43307"/>
                    </a:cubicBezTo>
                    <a:cubicBezTo>
                      <a:pt x="38354" y="48260"/>
                      <a:pt x="32385" y="50800"/>
                      <a:pt x="25400" y="50800"/>
                    </a:cubicBezTo>
                    <a:cubicBezTo>
                      <a:pt x="18415" y="50800"/>
                      <a:pt x="12510" y="48323"/>
                      <a:pt x="7493" y="43307"/>
                    </a:cubicBezTo>
                    <a:cubicBezTo>
                      <a:pt x="2540" y="38354"/>
                      <a:pt x="0" y="32321"/>
                      <a:pt x="0" y="253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836894C-8D13-F858-4EFE-AB4D0C609C15}"/>
                  </a:ext>
                </a:extLst>
              </p:cNvPr>
              <p:cNvSpPr/>
              <p:nvPr/>
            </p:nvSpPr>
            <p:spPr>
              <a:xfrm>
                <a:off x="6791896" y="3997578"/>
                <a:ext cx="137477" cy="146811"/>
              </a:xfrm>
              <a:custGeom>
                <a:avLst/>
                <a:gdLst>
                  <a:gd name="connsiteX0" fmla="*/ 63 w 137477"/>
                  <a:gd name="connsiteY0" fmla="*/ 146812 h 146811"/>
                  <a:gd name="connsiteX1" fmla="*/ 56451 w 137477"/>
                  <a:gd name="connsiteY1" fmla="*/ 0 h 146811"/>
                  <a:gd name="connsiteX2" fmla="*/ 77407 w 137477"/>
                  <a:gd name="connsiteY2" fmla="*/ 0 h 146811"/>
                  <a:gd name="connsiteX3" fmla="*/ 137477 w 137477"/>
                  <a:gd name="connsiteY3" fmla="*/ 146812 h 146811"/>
                  <a:gd name="connsiteX4" fmla="*/ 115316 w 137477"/>
                  <a:gd name="connsiteY4" fmla="*/ 146812 h 146811"/>
                  <a:gd name="connsiteX5" fmla="*/ 98171 w 137477"/>
                  <a:gd name="connsiteY5" fmla="*/ 102362 h 146811"/>
                  <a:gd name="connsiteX6" fmla="*/ 36766 w 137477"/>
                  <a:gd name="connsiteY6" fmla="*/ 102362 h 146811"/>
                  <a:gd name="connsiteX7" fmla="*/ 20638 w 137477"/>
                  <a:gd name="connsiteY7" fmla="*/ 146812 h 146811"/>
                  <a:gd name="connsiteX8" fmla="*/ 0 w 137477"/>
                  <a:gd name="connsiteY8" fmla="*/ 146812 h 146811"/>
                  <a:gd name="connsiteX9" fmla="*/ 42482 w 137477"/>
                  <a:gd name="connsiteY9" fmla="*/ 86487 h 146811"/>
                  <a:gd name="connsiteX10" fmla="*/ 92265 w 137477"/>
                  <a:gd name="connsiteY10" fmla="*/ 86487 h 146811"/>
                  <a:gd name="connsiteX11" fmla="*/ 76962 w 137477"/>
                  <a:gd name="connsiteY11" fmla="*/ 45847 h 146811"/>
                  <a:gd name="connsiteX12" fmla="*/ 66548 w 137477"/>
                  <a:gd name="connsiteY12" fmla="*/ 15367 h 146811"/>
                  <a:gd name="connsiteX13" fmla="*/ 58610 w 137477"/>
                  <a:gd name="connsiteY13" fmla="*/ 43434 h 146811"/>
                  <a:gd name="connsiteX14" fmla="*/ 42482 w 137477"/>
                  <a:gd name="connsiteY14" fmla="*/ 86487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37477" h="146811">
                    <a:moveTo>
                      <a:pt x="63" y="146812"/>
                    </a:moveTo>
                    <a:lnTo>
                      <a:pt x="56451" y="0"/>
                    </a:lnTo>
                    <a:lnTo>
                      <a:pt x="77407" y="0"/>
                    </a:lnTo>
                    <a:lnTo>
                      <a:pt x="137477" y="146812"/>
                    </a:lnTo>
                    <a:lnTo>
                      <a:pt x="115316" y="146812"/>
                    </a:lnTo>
                    <a:lnTo>
                      <a:pt x="98171" y="102362"/>
                    </a:lnTo>
                    <a:lnTo>
                      <a:pt x="36766" y="102362"/>
                    </a:lnTo>
                    <a:lnTo>
                      <a:pt x="20638" y="146812"/>
                    </a:lnTo>
                    <a:lnTo>
                      <a:pt x="0" y="146812"/>
                    </a:lnTo>
                    <a:close/>
                    <a:moveTo>
                      <a:pt x="42482" y="86487"/>
                    </a:moveTo>
                    <a:lnTo>
                      <a:pt x="92265" y="86487"/>
                    </a:lnTo>
                    <a:lnTo>
                      <a:pt x="76962" y="45847"/>
                    </a:lnTo>
                    <a:cubicBezTo>
                      <a:pt x="72263" y="33465"/>
                      <a:pt x="68834" y="23368"/>
                      <a:pt x="66548" y="15367"/>
                    </a:cubicBezTo>
                    <a:cubicBezTo>
                      <a:pt x="64707" y="24765"/>
                      <a:pt x="62039" y="34163"/>
                      <a:pt x="58610" y="43434"/>
                    </a:cubicBezTo>
                    <a:lnTo>
                      <a:pt x="42482" y="86487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DDDD8389-9A93-D4E5-31F2-960C7B6F4401}"/>
                  </a:ext>
                </a:extLst>
              </p:cNvPr>
              <p:cNvSpPr/>
              <p:nvPr/>
            </p:nvSpPr>
            <p:spPr>
              <a:xfrm>
                <a:off x="6948233" y="3997578"/>
                <a:ext cx="19430" cy="146811"/>
              </a:xfrm>
              <a:custGeom>
                <a:avLst/>
                <a:gdLst>
                  <a:gd name="connsiteX0" fmla="*/ 0 w 19430"/>
                  <a:gd name="connsiteY0" fmla="*/ 146812 h 146811"/>
                  <a:gd name="connsiteX1" fmla="*/ 0 w 19430"/>
                  <a:gd name="connsiteY1" fmla="*/ 0 h 146811"/>
                  <a:gd name="connsiteX2" fmla="*/ 19431 w 19430"/>
                  <a:gd name="connsiteY2" fmla="*/ 0 h 146811"/>
                  <a:gd name="connsiteX3" fmla="*/ 19431 w 19430"/>
                  <a:gd name="connsiteY3" fmla="*/ 146812 h 146811"/>
                  <a:gd name="connsiteX4" fmla="*/ 0 w 19430"/>
                  <a:gd name="connsiteY4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30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95264113-0AAC-0D66-A240-9CA935052403}"/>
                  </a:ext>
                </a:extLst>
              </p:cNvPr>
              <p:cNvSpPr/>
              <p:nvPr/>
            </p:nvSpPr>
            <p:spPr>
              <a:xfrm>
                <a:off x="7054024" y="4047109"/>
                <a:ext cx="50863" cy="50800"/>
              </a:xfrm>
              <a:custGeom>
                <a:avLst/>
                <a:gdLst>
                  <a:gd name="connsiteX0" fmla="*/ 0 w 50863"/>
                  <a:gd name="connsiteY0" fmla="*/ 25336 h 50800"/>
                  <a:gd name="connsiteX1" fmla="*/ 7493 w 50863"/>
                  <a:gd name="connsiteY1" fmla="*/ 7429 h 50800"/>
                  <a:gd name="connsiteX2" fmla="*/ 25400 w 50863"/>
                  <a:gd name="connsiteY2" fmla="*/ 0 h 50800"/>
                  <a:gd name="connsiteX3" fmla="*/ 43371 w 50863"/>
                  <a:gd name="connsiteY3" fmla="*/ 7429 h 50800"/>
                  <a:gd name="connsiteX4" fmla="*/ 50864 w 50863"/>
                  <a:gd name="connsiteY4" fmla="*/ 25336 h 50800"/>
                  <a:gd name="connsiteX5" fmla="*/ 43371 w 50863"/>
                  <a:gd name="connsiteY5" fmla="*/ 43307 h 50800"/>
                  <a:gd name="connsiteX6" fmla="*/ 25400 w 50863"/>
                  <a:gd name="connsiteY6" fmla="*/ 50800 h 50800"/>
                  <a:gd name="connsiteX7" fmla="*/ 7493 w 50863"/>
                  <a:gd name="connsiteY7" fmla="*/ 43307 h 50800"/>
                  <a:gd name="connsiteX8" fmla="*/ 0 w 50863"/>
                  <a:gd name="connsiteY8" fmla="*/ 25336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63" h="50800">
                    <a:moveTo>
                      <a:pt x="0" y="25336"/>
                    </a:moveTo>
                    <a:cubicBezTo>
                      <a:pt x="0" y="18351"/>
                      <a:pt x="2477" y="12382"/>
                      <a:pt x="7493" y="7429"/>
                    </a:cubicBezTo>
                    <a:cubicBezTo>
                      <a:pt x="12446" y="2476"/>
                      <a:pt x="18415" y="0"/>
                      <a:pt x="25400" y="0"/>
                    </a:cubicBezTo>
                    <a:cubicBezTo>
                      <a:pt x="32385" y="0"/>
                      <a:pt x="38417" y="2476"/>
                      <a:pt x="43371" y="7429"/>
                    </a:cubicBezTo>
                    <a:cubicBezTo>
                      <a:pt x="48323" y="12382"/>
                      <a:pt x="50864" y="18351"/>
                      <a:pt x="50864" y="25336"/>
                    </a:cubicBezTo>
                    <a:cubicBezTo>
                      <a:pt x="50864" y="32321"/>
                      <a:pt x="48387" y="38354"/>
                      <a:pt x="43371" y="43307"/>
                    </a:cubicBezTo>
                    <a:cubicBezTo>
                      <a:pt x="38354" y="48260"/>
                      <a:pt x="32385" y="50800"/>
                      <a:pt x="25400" y="50800"/>
                    </a:cubicBezTo>
                    <a:cubicBezTo>
                      <a:pt x="18415" y="50800"/>
                      <a:pt x="12510" y="48323"/>
                      <a:pt x="7493" y="43307"/>
                    </a:cubicBezTo>
                    <a:cubicBezTo>
                      <a:pt x="2540" y="38354"/>
                      <a:pt x="0" y="32321"/>
                      <a:pt x="0" y="253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6611C104-CEA5-B01A-F72F-D4AE30E0B747}"/>
                  </a:ext>
                </a:extLst>
              </p:cNvPr>
              <p:cNvSpPr/>
              <p:nvPr/>
            </p:nvSpPr>
            <p:spPr>
              <a:xfrm>
                <a:off x="7191057" y="3997578"/>
                <a:ext cx="19430" cy="146811"/>
              </a:xfrm>
              <a:custGeom>
                <a:avLst/>
                <a:gdLst>
                  <a:gd name="connsiteX0" fmla="*/ 0 w 19430"/>
                  <a:gd name="connsiteY0" fmla="*/ 146812 h 146811"/>
                  <a:gd name="connsiteX1" fmla="*/ 0 w 19430"/>
                  <a:gd name="connsiteY1" fmla="*/ 0 h 146811"/>
                  <a:gd name="connsiteX2" fmla="*/ 19431 w 19430"/>
                  <a:gd name="connsiteY2" fmla="*/ 0 h 146811"/>
                  <a:gd name="connsiteX3" fmla="*/ 19431 w 19430"/>
                  <a:gd name="connsiteY3" fmla="*/ 146812 h 146811"/>
                  <a:gd name="connsiteX4" fmla="*/ 0 w 19430"/>
                  <a:gd name="connsiteY4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30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C9EF70BB-68D8-CDB1-5F9D-5678B7901D1C}"/>
                  </a:ext>
                </a:extLst>
              </p:cNvPr>
              <p:cNvSpPr/>
              <p:nvPr/>
            </p:nvSpPr>
            <p:spPr>
              <a:xfrm>
                <a:off x="7242428" y="4035615"/>
                <a:ext cx="144081" cy="108775"/>
              </a:xfrm>
              <a:custGeom>
                <a:avLst/>
                <a:gdLst>
                  <a:gd name="connsiteX0" fmla="*/ 0 w 144081"/>
                  <a:gd name="connsiteY0" fmla="*/ 108775 h 108775"/>
                  <a:gd name="connsiteX1" fmla="*/ 0 w 144081"/>
                  <a:gd name="connsiteY1" fmla="*/ 2413 h 108775"/>
                  <a:gd name="connsiteX2" fmla="*/ 16129 w 144081"/>
                  <a:gd name="connsiteY2" fmla="*/ 2413 h 108775"/>
                  <a:gd name="connsiteX3" fmla="*/ 16129 w 144081"/>
                  <a:gd name="connsiteY3" fmla="*/ 17335 h 108775"/>
                  <a:gd name="connsiteX4" fmla="*/ 29464 w 144081"/>
                  <a:gd name="connsiteY4" fmla="*/ 4763 h 108775"/>
                  <a:gd name="connsiteX5" fmla="*/ 48387 w 144081"/>
                  <a:gd name="connsiteY5" fmla="*/ 0 h 108775"/>
                  <a:gd name="connsiteX6" fmla="*/ 67755 w 144081"/>
                  <a:gd name="connsiteY6" fmla="*/ 4889 h 108775"/>
                  <a:gd name="connsiteX7" fmla="*/ 78423 w 144081"/>
                  <a:gd name="connsiteY7" fmla="*/ 18605 h 108775"/>
                  <a:gd name="connsiteX8" fmla="*/ 111252 w 144081"/>
                  <a:gd name="connsiteY8" fmla="*/ 0 h 108775"/>
                  <a:gd name="connsiteX9" fmla="*/ 135573 w 144081"/>
                  <a:gd name="connsiteY9" fmla="*/ 8763 h 108775"/>
                  <a:gd name="connsiteX10" fmla="*/ 144082 w 144081"/>
                  <a:gd name="connsiteY10" fmla="*/ 35750 h 108775"/>
                  <a:gd name="connsiteX11" fmla="*/ 144082 w 144081"/>
                  <a:gd name="connsiteY11" fmla="*/ 108775 h 108775"/>
                  <a:gd name="connsiteX12" fmla="*/ 126174 w 144081"/>
                  <a:gd name="connsiteY12" fmla="*/ 108775 h 108775"/>
                  <a:gd name="connsiteX13" fmla="*/ 126174 w 144081"/>
                  <a:gd name="connsiteY13" fmla="*/ 41783 h 108775"/>
                  <a:gd name="connsiteX14" fmla="*/ 124397 w 144081"/>
                  <a:gd name="connsiteY14" fmla="*/ 26225 h 108775"/>
                  <a:gd name="connsiteX15" fmla="*/ 118047 w 144081"/>
                  <a:gd name="connsiteY15" fmla="*/ 18542 h 108775"/>
                  <a:gd name="connsiteX16" fmla="*/ 107252 w 144081"/>
                  <a:gd name="connsiteY16" fmla="*/ 15621 h 108775"/>
                  <a:gd name="connsiteX17" fmla="*/ 88646 w 144081"/>
                  <a:gd name="connsiteY17" fmla="*/ 23114 h 108775"/>
                  <a:gd name="connsiteX18" fmla="*/ 81217 w 144081"/>
                  <a:gd name="connsiteY18" fmla="*/ 46990 h 108775"/>
                  <a:gd name="connsiteX19" fmla="*/ 81217 w 144081"/>
                  <a:gd name="connsiteY19" fmla="*/ 108775 h 108775"/>
                  <a:gd name="connsiteX20" fmla="*/ 63183 w 144081"/>
                  <a:gd name="connsiteY20" fmla="*/ 108775 h 108775"/>
                  <a:gd name="connsiteX21" fmla="*/ 63183 w 144081"/>
                  <a:gd name="connsiteY21" fmla="*/ 39688 h 108775"/>
                  <a:gd name="connsiteX22" fmla="*/ 58801 w 144081"/>
                  <a:gd name="connsiteY22" fmla="*/ 21653 h 108775"/>
                  <a:gd name="connsiteX23" fmla="*/ 44387 w 144081"/>
                  <a:gd name="connsiteY23" fmla="*/ 15621 h 108775"/>
                  <a:gd name="connsiteX24" fmla="*/ 30290 w 144081"/>
                  <a:gd name="connsiteY24" fmla="*/ 19621 h 108775"/>
                  <a:gd name="connsiteX25" fmla="*/ 20955 w 144081"/>
                  <a:gd name="connsiteY25" fmla="*/ 31305 h 108775"/>
                  <a:gd name="connsiteX26" fmla="*/ 18034 w 144081"/>
                  <a:gd name="connsiteY26" fmla="*/ 53530 h 108775"/>
                  <a:gd name="connsiteX27" fmla="*/ 18034 w 144081"/>
                  <a:gd name="connsiteY27" fmla="*/ 108712 h 108775"/>
                  <a:gd name="connsiteX28" fmla="*/ 0 w 144081"/>
                  <a:gd name="connsiteY28" fmla="*/ 108712 h 108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44081" h="108775">
                    <a:moveTo>
                      <a:pt x="0" y="108775"/>
                    </a:moveTo>
                    <a:lnTo>
                      <a:pt x="0" y="2413"/>
                    </a:lnTo>
                    <a:lnTo>
                      <a:pt x="16129" y="2413"/>
                    </a:lnTo>
                    <a:lnTo>
                      <a:pt x="16129" y="17335"/>
                    </a:lnTo>
                    <a:cubicBezTo>
                      <a:pt x="19495" y="12128"/>
                      <a:pt x="23940" y="7938"/>
                      <a:pt x="29464" y="4763"/>
                    </a:cubicBezTo>
                    <a:cubicBezTo>
                      <a:pt x="34989" y="1588"/>
                      <a:pt x="41339" y="0"/>
                      <a:pt x="48387" y="0"/>
                    </a:cubicBezTo>
                    <a:cubicBezTo>
                      <a:pt x="56261" y="0"/>
                      <a:pt x="62738" y="1651"/>
                      <a:pt x="67755" y="4889"/>
                    </a:cubicBezTo>
                    <a:cubicBezTo>
                      <a:pt x="72771" y="8191"/>
                      <a:pt x="76327" y="12763"/>
                      <a:pt x="78423" y="18605"/>
                    </a:cubicBezTo>
                    <a:cubicBezTo>
                      <a:pt x="86805" y="6159"/>
                      <a:pt x="97790" y="0"/>
                      <a:pt x="111252" y="0"/>
                    </a:cubicBezTo>
                    <a:cubicBezTo>
                      <a:pt x="121793" y="0"/>
                      <a:pt x="129921" y="2921"/>
                      <a:pt x="135573" y="8763"/>
                    </a:cubicBezTo>
                    <a:cubicBezTo>
                      <a:pt x="141224" y="14605"/>
                      <a:pt x="144082" y="23622"/>
                      <a:pt x="144082" y="35750"/>
                    </a:cubicBezTo>
                    <a:lnTo>
                      <a:pt x="144082" y="108775"/>
                    </a:lnTo>
                    <a:lnTo>
                      <a:pt x="126174" y="108775"/>
                    </a:lnTo>
                    <a:lnTo>
                      <a:pt x="126174" y="41783"/>
                    </a:lnTo>
                    <a:cubicBezTo>
                      <a:pt x="126174" y="34544"/>
                      <a:pt x="125603" y="29400"/>
                      <a:pt x="124397" y="26225"/>
                    </a:cubicBezTo>
                    <a:cubicBezTo>
                      <a:pt x="123254" y="23050"/>
                      <a:pt x="121095" y="20510"/>
                      <a:pt x="118047" y="18542"/>
                    </a:cubicBezTo>
                    <a:cubicBezTo>
                      <a:pt x="114999" y="16637"/>
                      <a:pt x="111379" y="15621"/>
                      <a:pt x="107252" y="15621"/>
                    </a:cubicBezTo>
                    <a:cubicBezTo>
                      <a:pt x="99759" y="15621"/>
                      <a:pt x="93536" y="18097"/>
                      <a:pt x="88646" y="23114"/>
                    </a:cubicBezTo>
                    <a:cubicBezTo>
                      <a:pt x="83693" y="28067"/>
                      <a:pt x="81217" y="36068"/>
                      <a:pt x="81217" y="46990"/>
                    </a:cubicBezTo>
                    <a:lnTo>
                      <a:pt x="81217" y="108775"/>
                    </a:lnTo>
                    <a:lnTo>
                      <a:pt x="63183" y="108775"/>
                    </a:lnTo>
                    <a:lnTo>
                      <a:pt x="63183" y="39688"/>
                    </a:lnTo>
                    <a:cubicBezTo>
                      <a:pt x="63183" y="31686"/>
                      <a:pt x="61722" y="25654"/>
                      <a:pt x="58801" y="21653"/>
                    </a:cubicBezTo>
                    <a:cubicBezTo>
                      <a:pt x="55880" y="17653"/>
                      <a:pt x="51054" y="15621"/>
                      <a:pt x="44387" y="15621"/>
                    </a:cubicBezTo>
                    <a:cubicBezTo>
                      <a:pt x="39307" y="15621"/>
                      <a:pt x="34608" y="16954"/>
                      <a:pt x="30290" y="19621"/>
                    </a:cubicBezTo>
                    <a:cubicBezTo>
                      <a:pt x="25972" y="22288"/>
                      <a:pt x="22860" y="26225"/>
                      <a:pt x="20955" y="31305"/>
                    </a:cubicBezTo>
                    <a:cubicBezTo>
                      <a:pt x="18987" y="36449"/>
                      <a:pt x="18034" y="43878"/>
                      <a:pt x="18034" y="53530"/>
                    </a:cubicBezTo>
                    <a:lnTo>
                      <a:pt x="18034" y="108712"/>
                    </a:lnTo>
                    <a:lnTo>
                      <a:pt x="0" y="1087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8DE297A-4855-4447-7245-D1E8843D2A4F}"/>
                  </a:ext>
                </a:extLst>
              </p:cNvPr>
              <p:cNvSpPr/>
              <p:nvPr/>
            </p:nvSpPr>
            <p:spPr>
              <a:xfrm>
                <a:off x="7413307" y="4035615"/>
                <a:ext cx="92455" cy="149669"/>
              </a:xfrm>
              <a:custGeom>
                <a:avLst/>
                <a:gdLst>
                  <a:gd name="connsiteX0" fmla="*/ 0 w 92455"/>
                  <a:gd name="connsiteY0" fmla="*/ 149542 h 149669"/>
                  <a:gd name="connsiteX1" fmla="*/ 0 w 92455"/>
                  <a:gd name="connsiteY1" fmla="*/ 2413 h 149669"/>
                  <a:gd name="connsiteX2" fmla="*/ 16446 w 92455"/>
                  <a:gd name="connsiteY2" fmla="*/ 2413 h 149669"/>
                  <a:gd name="connsiteX3" fmla="*/ 16446 w 92455"/>
                  <a:gd name="connsiteY3" fmla="*/ 16256 h 149669"/>
                  <a:gd name="connsiteX4" fmla="*/ 29591 w 92455"/>
                  <a:gd name="connsiteY4" fmla="*/ 4064 h 149669"/>
                  <a:gd name="connsiteX5" fmla="*/ 47308 w 92455"/>
                  <a:gd name="connsiteY5" fmla="*/ 0 h 149669"/>
                  <a:gd name="connsiteX6" fmla="*/ 71374 w 92455"/>
                  <a:gd name="connsiteY6" fmla="*/ 6985 h 149669"/>
                  <a:gd name="connsiteX7" fmla="*/ 87122 w 92455"/>
                  <a:gd name="connsiteY7" fmla="*/ 26797 h 149669"/>
                  <a:gd name="connsiteX8" fmla="*/ 92456 w 92455"/>
                  <a:gd name="connsiteY8" fmla="*/ 54800 h 149669"/>
                  <a:gd name="connsiteX9" fmla="*/ 86614 w 92455"/>
                  <a:gd name="connsiteY9" fmla="*/ 84201 h 149669"/>
                  <a:gd name="connsiteX10" fmla="*/ 69596 w 92455"/>
                  <a:gd name="connsiteY10" fmla="*/ 104267 h 149669"/>
                  <a:gd name="connsiteX11" fmla="*/ 46101 w 92455"/>
                  <a:gd name="connsiteY11" fmla="*/ 111252 h 149669"/>
                  <a:gd name="connsiteX12" fmla="*/ 29908 w 92455"/>
                  <a:gd name="connsiteY12" fmla="*/ 107442 h 149669"/>
                  <a:gd name="connsiteX13" fmla="*/ 18161 w 92455"/>
                  <a:gd name="connsiteY13" fmla="*/ 97853 h 149669"/>
                  <a:gd name="connsiteX14" fmla="*/ 18161 w 92455"/>
                  <a:gd name="connsiteY14" fmla="*/ 149669 h 149669"/>
                  <a:gd name="connsiteX15" fmla="*/ 127 w 92455"/>
                  <a:gd name="connsiteY15" fmla="*/ 149669 h 149669"/>
                  <a:gd name="connsiteX16" fmla="*/ 16320 w 92455"/>
                  <a:gd name="connsiteY16" fmla="*/ 56197 h 149669"/>
                  <a:gd name="connsiteX17" fmla="*/ 24638 w 92455"/>
                  <a:gd name="connsiteY17" fmla="*/ 86550 h 149669"/>
                  <a:gd name="connsiteX18" fmla="*/ 44767 w 92455"/>
                  <a:gd name="connsiteY18" fmla="*/ 96393 h 149669"/>
                  <a:gd name="connsiteX19" fmla="*/ 65341 w 92455"/>
                  <a:gd name="connsiteY19" fmla="*/ 86233 h 149669"/>
                  <a:gd name="connsiteX20" fmla="*/ 73914 w 92455"/>
                  <a:gd name="connsiteY20" fmla="*/ 54737 h 149669"/>
                  <a:gd name="connsiteX21" fmla="*/ 65532 w 92455"/>
                  <a:gd name="connsiteY21" fmla="*/ 24257 h 149669"/>
                  <a:gd name="connsiteX22" fmla="*/ 45529 w 92455"/>
                  <a:gd name="connsiteY22" fmla="*/ 14160 h 149669"/>
                  <a:gd name="connsiteX23" fmla="*/ 25146 w 92455"/>
                  <a:gd name="connsiteY23" fmla="*/ 24955 h 149669"/>
                  <a:gd name="connsiteX24" fmla="*/ 16256 w 92455"/>
                  <a:gd name="connsiteY24" fmla="*/ 56261 h 149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92455" h="149669">
                    <a:moveTo>
                      <a:pt x="0" y="149542"/>
                    </a:moveTo>
                    <a:lnTo>
                      <a:pt x="0" y="2413"/>
                    </a:lnTo>
                    <a:lnTo>
                      <a:pt x="16446" y="2413"/>
                    </a:lnTo>
                    <a:lnTo>
                      <a:pt x="16446" y="16256"/>
                    </a:lnTo>
                    <a:cubicBezTo>
                      <a:pt x="20320" y="10858"/>
                      <a:pt x="24702" y="6794"/>
                      <a:pt x="29591" y="4064"/>
                    </a:cubicBezTo>
                    <a:cubicBezTo>
                      <a:pt x="34480" y="1397"/>
                      <a:pt x="40386" y="0"/>
                      <a:pt x="47308" y="0"/>
                    </a:cubicBezTo>
                    <a:cubicBezTo>
                      <a:pt x="56388" y="0"/>
                      <a:pt x="64389" y="2349"/>
                      <a:pt x="71374" y="6985"/>
                    </a:cubicBezTo>
                    <a:cubicBezTo>
                      <a:pt x="78296" y="11684"/>
                      <a:pt x="83566" y="18224"/>
                      <a:pt x="87122" y="26797"/>
                    </a:cubicBezTo>
                    <a:cubicBezTo>
                      <a:pt x="90678" y="35306"/>
                      <a:pt x="92456" y="44640"/>
                      <a:pt x="92456" y="54800"/>
                    </a:cubicBezTo>
                    <a:cubicBezTo>
                      <a:pt x="92456" y="65659"/>
                      <a:pt x="90488" y="75501"/>
                      <a:pt x="86614" y="84201"/>
                    </a:cubicBezTo>
                    <a:cubicBezTo>
                      <a:pt x="82677" y="92900"/>
                      <a:pt x="77026" y="99568"/>
                      <a:pt x="69596" y="104267"/>
                    </a:cubicBezTo>
                    <a:cubicBezTo>
                      <a:pt x="62166" y="108902"/>
                      <a:pt x="54292" y="111252"/>
                      <a:pt x="46101" y="111252"/>
                    </a:cubicBezTo>
                    <a:cubicBezTo>
                      <a:pt x="40068" y="111252"/>
                      <a:pt x="34671" y="109982"/>
                      <a:pt x="29908" y="107442"/>
                    </a:cubicBezTo>
                    <a:cubicBezTo>
                      <a:pt x="25146" y="104902"/>
                      <a:pt x="21209" y="101727"/>
                      <a:pt x="18161" y="97853"/>
                    </a:cubicBezTo>
                    <a:lnTo>
                      <a:pt x="18161" y="149669"/>
                    </a:lnTo>
                    <a:lnTo>
                      <a:pt x="127" y="149669"/>
                    </a:lnTo>
                    <a:close/>
                    <a:moveTo>
                      <a:pt x="16320" y="56197"/>
                    </a:moveTo>
                    <a:cubicBezTo>
                      <a:pt x="16320" y="69913"/>
                      <a:pt x="19114" y="80010"/>
                      <a:pt x="24638" y="86550"/>
                    </a:cubicBezTo>
                    <a:cubicBezTo>
                      <a:pt x="30163" y="93091"/>
                      <a:pt x="36893" y="96393"/>
                      <a:pt x="44767" y="96393"/>
                    </a:cubicBezTo>
                    <a:cubicBezTo>
                      <a:pt x="52641" y="96393"/>
                      <a:pt x="59627" y="93027"/>
                      <a:pt x="65341" y="86233"/>
                    </a:cubicBezTo>
                    <a:cubicBezTo>
                      <a:pt x="71057" y="79438"/>
                      <a:pt x="73914" y="68961"/>
                      <a:pt x="73914" y="54737"/>
                    </a:cubicBezTo>
                    <a:cubicBezTo>
                      <a:pt x="73914" y="40513"/>
                      <a:pt x="71120" y="31051"/>
                      <a:pt x="65532" y="24257"/>
                    </a:cubicBezTo>
                    <a:cubicBezTo>
                      <a:pt x="59944" y="17526"/>
                      <a:pt x="53277" y="14160"/>
                      <a:pt x="45529" y="14160"/>
                    </a:cubicBezTo>
                    <a:cubicBezTo>
                      <a:pt x="37783" y="14160"/>
                      <a:pt x="31052" y="17716"/>
                      <a:pt x="25146" y="24955"/>
                    </a:cubicBezTo>
                    <a:cubicBezTo>
                      <a:pt x="19240" y="32131"/>
                      <a:pt x="16256" y="42545"/>
                      <a:pt x="16256" y="5626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CB13C483-3DB9-0DFD-857A-5E037E7FC030}"/>
                  </a:ext>
                </a:extLst>
              </p:cNvPr>
              <p:cNvSpPr/>
              <p:nvPr/>
            </p:nvSpPr>
            <p:spPr>
              <a:xfrm>
                <a:off x="7521321" y="4035552"/>
                <a:ext cx="97980" cy="111188"/>
              </a:xfrm>
              <a:custGeom>
                <a:avLst/>
                <a:gdLst>
                  <a:gd name="connsiteX0" fmla="*/ 75501 w 97980"/>
                  <a:gd name="connsiteY0" fmla="*/ 95695 h 111188"/>
                  <a:gd name="connsiteX1" fmla="*/ 56197 w 97980"/>
                  <a:gd name="connsiteY1" fmla="*/ 107696 h 111188"/>
                  <a:gd name="connsiteX2" fmla="*/ 36322 w 97980"/>
                  <a:gd name="connsiteY2" fmla="*/ 111189 h 111188"/>
                  <a:gd name="connsiteX3" fmla="*/ 9398 w 97980"/>
                  <a:gd name="connsiteY3" fmla="*/ 102616 h 111188"/>
                  <a:gd name="connsiteX4" fmla="*/ 0 w 97980"/>
                  <a:gd name="connsiteY4" fmla="*/ 80708 h 111188"/>
                  <a:gd name="connsiteX5" fmla="*/ 3556 w 97980"/>
                  <a:gd name="connsiteY5" fmla="*/ 66421 h 111188"/>
                  <a:gd name="connsiteX6" fmla="*/ 12890 w 97980"/>
                  <a:gd name="connsiteY6" fmla="*/ 56070 h 111188"/>
                  <a:gd name="connsiteX7" fmla="*/ 25845 w 97980"/>
                  <a:gd name="connsiteY7" fmla="*/ 50165 h 111188"/>
                  <a:gd name="connsiteX8" fmla="*/ 41846 w 97980"/>
                  <a:gd name="connsiteY8" fmla="*/ 47498 h 111188"/>
                  <a:gd name="connsiteX9" fmla="*/ 73977 w 97980"/>
                  <a:gd name="connsiteY9" fmla="*/ 41275 h 111188"/>
                  <a:gd name="connsiteX10" fmla="*/ 74104 w 97980"/>
                  <a:gd name="connsiteY10" fmla="*/ 36576 h 111188"/>
                  <a:gd name="connsiteX11" fmla="*/ 69024 w 97980"/>
                  <a:gd name="connsiteY11" fmla="*/ 21082 h 111188"/>
                  <a:gd name="connsiteX12" fmla="*/ 48514 w 97980"/>
                  <a:gd name="connsiteY12" fmla="*/ 14986 h 111188"/>
                  <a:gd name="connsiteX13" fmla="*/ 29718 w 97980"/>
                  <a:gd name="connsiteY13" fmla="*/ 19431 h 111188"/>
                  <a:gd name="connsiteX14" fmla="*/ 20764 w 97980"/>
                  <a:gd name="connsiteY14" fmla="*/ 35179 h 111188"/>
                  <a:gd name="connsiteX15" fmla="*/ 3111 w 97980"/>
                  <a:gd name="connsiteY15" fmla="*/ 32766 h 111188"/>
                  <a:gd name="connsiteX16" fmla="*/ 11049 w 97980"/>
                  <a:gd name="connsiteY16" fmla="*/ 14478 h 111188"/>
                  <a:gd name="connsiteX17" fmla="*/ 26988 w 97980"/>
                  <a:gd name="connsiteY17" fmla="*/ 3746 h 111188"/>
                  <a:gd name="connsiteX18" fmla="*/ 51117 w 97980"/>
                  <a:gd name="connsiteY18" fmla="*/ 0 h 111188"/>
                  <a:gd name="connsiteX19" fmla="*/ 73279 w 97980"/>
                  <a:gd name="connsiteY19" fmla="*/ 3175 h 111188"/>
                  <a:gd name="connsiteX20" fmla="*/ 85788 w 97980"/>
                  <a:gd name="connsiteY20" fmla="*/ 11239 h 111188"/>
                  <a:gd name="connsiteX21" fmla="*/ 91376 w 97980"/>
                  <a:gd name="connsiteY21" fmla="*/ 23495 h 111188"/>
                  <a:gd name="connsiteX22" fmla="*/ 92265 w 97980"/>
                  <a:gd name="connsiteY22" fmla="*/ 40132 h 111188"/>
                  <a:gd name="connsiteX23" fmla="*/ 92265 w 97980"/>
                  <a:gd name="connsiteY23" fmla="*/ 64198 h 111188"/>
                  <a:gd name="connsiteX24" fmla="*/ 93408 w 97980"/>
                  <a:gd name="connsiteY24" fmla="*/ 96012 h 111188"/>
                  <a:gd name="connsiteX25" fmla="*/ 97980 w 97980"/>
                  <a:gd name="connsiteY25" fmla="*/ 108776 h 111188"/>
                  <a:gd name="connsiteX26" fmla="*/ 79121 w 97980"/>
                  <a:gd name="connsiteY26" fmla="*/ 108776 h 111188"/>
                  <a:gd name="connsiteX27" fmla="*/ 75501 w 97980"/>
                  <a:gd name="connsiteY27" fmla="*/ 95631 h 111188"/>
                  <a:gd name="connsiteX28" fmla="*/ 73977 w 97980"/>
                  <a:gd name="connsiteY28" fmla="*/ 55435 h 111188"/>
                  <a:gd name="connsiteX29" fmla="*/ 44513 w 97980"/>
                  <a:gd name="connsiteY29" fmla="*/ 62230 h 111188"/>
                  <a:gd name="connsiteX30" fmla="*/ 28765 w 97980"/>
                  <a:gd name="connsiteY30" fmla="*/ 65849 h 111188"/>
                  <a:gd name="connsiteX31" fmla="*/ 21653 w 97980"/>
                  <a:gd name="connsiteY31" fmla="*/ 71691 h 111188"/>
                  <a:gd name="connsiteX32" fmla="*/ 19177 w 97980"/>
                  <a:gd name="connsiteY32" fmla="*/ 80264 h 111188"/>
                  <a:gd name="connsiteX33" fmla="*/ 24638 w 97980"/>
                  <a:gd name="connsiteY33" fmla="*/ 92265 h 111188"/>
                  <a:gd name="connsiteX34" fmla="*/ 40640 w 97980"/>
                  <a:gd name="connsiteY34" fmla="*/ 97091 h 111188"/>
                  <a:gd name="connsiteX35" fmla="*/ 59182 w 97980"/>
                  <a:gd name="connsiteY35" fmla="*/ 92520 h 111188"/>
                  <a:gd name="connsiteX36" fmla="*/ 71120 w 97980"/>
                  <a:gd name="connsiteY36" fmla="*/ 80073 h 111188"/>
                  <a:gd name="connsiteX37" fmla="*/ 74041 w 97980"/>
                  <a:gd name="connsiteY37" fmla="*/ 62039 h 111188"/>
                  <a:gd name="connsiteX38" fmla="*/ 74041 w 97980"/>
                  <a:gd name="connsiteY38" fmla="*/ 55435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980" h="111188">
                    <a:moveTo>
                      <a:pt x="75501" y="95695"/>
                    </a:moveTo>
                    <a:cubicBezTo>
                      <a:pt x="68834" y="101346"/>
                      <a:pt x="62420" y="105346"/>
                      <a:pt x="56197" y="107696"/>
                    </a:cubicBezTo>
                    <a:cubicBezTo>
                      <a:pt x="50038" y="110045"/>
                      <a:pt x="43370" y="111189"/>
                      <a:pt x="36322" y="111189"/>
                    </a:cubicBezTo>
                    <a:cubicBezTo>
                      <a:pt x="24638" y="111189"/>
                      <a:pt x="15684" y="108331"/>
                      <a:pt x="9398" y="102616"/>
                    </a:cubicBezTo>
                    <a:cubicBezTo>
                      <a:pt x="3111" y="96901"/>
                      <a:pt x="0" y="89598"/>
                      <a:pt x="0" y="80708"/>
                    </a:cubicBezTo>
                    <a:cubicBezTo>
                      <a:pt x="0" y="75501"/>
                      <a:pt x="1207" y="70739"/>
                      <a:pt x="3556" y="66421"/>
                    </a:cubicBezTo>
                    <a:cubicBezTo>
                      <a:pt x="5905" y="62103"/>
                      <a:pt x="9017" y="58674"/>
                      <a:pt x="12890" y="56070"/>
                    </a:cubicBezTo>
                    <a:cubicBezTo>
                      <a:pt x="16701" y="53467"/>
                      <a:pt x="21082" y="51498"/>
                      <a:pt x="25845" y="50165"/>
                    </a:cubicBezTo>
                    <a:cubicBezTo>
                      <a:pt x="29401" y="49213"/>
                      <a:pt x="34734" y="48323"/>
                      <a:pt x="41846" y="47498"/>
                    </a:cubicBezTo>
                    <a:cubicBezTo>
                      <a:pt x="56388" y="45783"/>
                      <a:pt x="67120" y="43688"/>
                      <a:pt x="73977" y="41275"/>
                    </a:cubicBezTo>
                    <a:cubicBezTo>
                      <a:pt x="74041" y="38798"/>
                      <a:pt x="74104" y="37211"/>
                      <a:pt x="74104" y="36576"/>
                    </a:cubicBezTo>
                    <a:cubicBezTo>
                      <a:pt x="74104" y="29210"/>
                      <a:pt x="72390" y="24066"/>
                      <a:pt x="69024" y="21082"/>
                    </a:cubicBezTo>
                    <a:cubicBezTo>
                      <a:pt x="64389" y="17018"/>
                      <a:pt x="57595" y="14986"/>
                      <a:pt x="48514" y="14986"/>
                    </a:cubicBezTo>
                    <a:cubicBezTo>
                      <a:pt x="40005" y="14986"/>
                      <a:pt x="33782" y="16446"/>
                      <a:pt x="29718" y="19431"/>
                    </a:cubicBezTo>
                    <a:cubicBezTo>
                      <a:pt x="25654" y="22415"/>
                      <a:pt x="22670" y="27686"/>
                      <a:pt x="20764" y="35179"/>
                    </a:cubicBezTo>
                    <a:lnTo>
                      <a:pt x="3111" y="32766"/>
                    </a:lnTo>
                    <a:cubicBezTo>
                      <a:pt x="4699" y="25209"/>
                      <a:pt x="7366" y="19114"/>
                      <a:pt x="11049" y="14478"/>
                    </a:cubicBezTo>
                    <a:cubicBezTo>
                      <a:pt x="14732" y="9842"/>
                      <a:pt x="20002" y="6286"/>
                      <a:pt x="26988" y="3746"/>
                    </a:cubicBezTo>
                    <a:cubicBezTo>
                      <a:pt x="33909" y="1207"/>
                      <a:pt x="41973" y="0"/>
                      <a:pt x="51117" y="0"/>
                    </a:cubicBezTo>
                    <a:cubicBezTo>
                      <a:pt x="60261" y="0"/>
                      <a:pt x="67564" y="1079"/>
                      <a:pt x="73279" y="3175"/>
                    </a:cubicBezTo>
                    <a:cubicBezTo>
                      <a:pt x="78930" y="5334"/>
                      <a:pt x="83121" y="8001"/>
                      <a:pt x="85788" y="11239"/>
                    </a:cubicBezTo>
                    <a:cubicBezTo>
                      <a:pt x="88455" y="14478"/>
                      <a:pt x="90360" y="18605"/>
                      <a:pt x="91376" y="23495"/>
                    </a:cubicBezTo>
                    <a:cubicBezTo>
                      <a:pt x="91948" y="26543"/>
                      <a:pt x="92265" y="32131"/>
                      <a:pt x="92265" y="40132"/>
                    </a:cubicBezTo>
                    <a:lnTo>
                      <a:pt x="92265" y="64198"/>
                    </a:lnTo>
                    <a:cubicBezTo>
                      <a:pt x="92265" y="80963"/>
                      <a:pt x="92646" y="91567"/>
                      <a:pt x="93408" y="96012"/>
                    </a:cubicBezTo>
                    <a:cubicBezTo>
                      <a:pt x="94170" y="100457"/>
                      <a:pt x="95695" y="104711"/>
                      <a:pt x="97980" y="108776"/>
                    </a:cubicBezTo>
                    <a:lnTo>
                      <a:pt x="79121" y="108776"/>
                    </a:lnTo>
                    <a:cubicBezTo>
                      <a:pt x="77279" y="105029"/>
                      <a:pt x="76073" y="100647"/>
                      <a:pt x="75501" y="95631"/>
                    </a:cubicBezTo>
                    <a:close/>
                    <a:moveTo>
                      <a:pt x="73977" y="55435"/>
                    </a:moveTo>
                    <a:cubicBezTo>
                      <a:pt x="67437" y="58102"/>
                      <a:pt x="57595" y="60389"/>
                      <a:pt x="44513" y="62230"/>
                    </a:cubicBezTo>
                    <a:cubicBezTo>
                      <a:pt x="37084" y="63309"/>
                      <a:pt x="31877" y="64516"/>
                      <a:pt x="28765" y="65849"/>
                    </a:cubicBezTo>
                    <a:cubicBezTo>
                      <a:pt x="25717" y="67183"/>
                      <a:pt x="23304" y="69151"/>
                      <a:pt x="21653" y="71691"/>
                    </a:cubicBezTo>
                    <a:cubicBezTo>
                      <a:pt x="20002" y="74232"/>
                      <a:pt x="19177" y="77089"/>
                      <a:pt x="19177" y="80264"/>
                    </a:cubicBezTo>
                    <a:cubicBezTo>
                      <a:pt x="19177" y="85090"/>
                      <a:pt x="21018" y="89090"/>
                      <a:pt x="24638" y="92265"/>
                    </a:cubicBezTo>
                    <a:cubicBezTo>
                      <a:pt x="28257" y="95440"/>
                      <a:pt x="33591" y="97091"/>
                      <a:pt x="40640" y="97091"/>
                    </a:cubicBezTo>
                    <a:cubicBezTo>
                      <a:pt x="47688" y="97091"/>
                      <a:pt x="53784" y="95567"/>
                      <a:pt x="59182" y="92520"/>
                    </a:cubicBezTo>
                    <a:cubicBezTo>
                      <a:pt x="64579" y="89471"/>
                      <a:pt x="68580" y="85344"/>
                      <a:pt x="71120" y="80073"/>
                    </a:cubicBezTo>
                    <a:cubicBezTo>
                      <a:pt x="73088" y="76009"/>
                      <a:pt x="74041" y="69977"/>
                      <a:pt x="74041" y="62039"/>
                    </a:cubicBezTo>
                    <a:lnTo>
                      <a:pt x="74041" y="5543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E81F715B-272E-DB4F-67C4-D12873C16816}"/>
                  </a:ext>
                </a:extLst>
              </p:cNvPr>
              <p:cNvSpPr/>
              <p:nvPr/>
            </p:nvSpPr>
            <p:spPr>
              <a:xfrm>
                <a:off x="7635938" y="4035552"/>
                <a:ext cx="92646" cy="111188"/>
              </a:xfrm>
              <a:custGeom>
                <a:avLst/>
                <a:gdLst>
                  <a:gd name="connsiteX0" fmla="*/ 74930 w 92646"/>
                  <a:gd name="connsiteY0" fmla="*/ 69850 h 111188"/>
                  <a:gd name="connsiteX1" fmla="*/ 92646 w 92646"/>
                  <a:gd name="connsiteY1" fmla="*/ 72136 h 111188"/>
                  <a:gd name="connsiteX2" fmla="*/ 77788 w 92646"/>
                  <a:gd name="connsiteY2" fmla="*/ 100838 h 111188"/>
                  <a:gd name="connsiteX3" fmla="*/ 48387 w 92646"/>
                  <a:gd name="connsiteY3" fmla="*/ 111189 h 111188"/>
                  <a:gd name="connsiteX4" fmla="*/ 13271 w 92646"/>
                  <a:gd name="connsiteY4" fmla="*/ 96901 h 111188"/>
                  <a:gd name="connsiteX5" fmla="*/ 0 w 92646"/>
                  <a:gd name="connsiteY5" fmla="*/ 56007 h 111188"/>
                  <a:gd name="connsiteX6" fmla="*/ 5715 w 92646"/>
                  <a:gd name="connsiteY6" fmla="*/ 25845 h 111188"/>
                  <a:gd name="connsiteX7" fmla="*/ 23114 w 92646"/>
                  <a:gd name="connsiteY7" fmla="*/ 6477 h 111188"/>
                  <a:gd name="connsiteX8" fmla="*/ 48514 w 92646"/>
                  <a:gd name="connsiteY8" fmla="*/ 0 h 111188"/>
                  <a:gd name="connsiteX9" fmla="*/ 76835 w 92646"/>
                  <a:gd name="connsiteY9" fmla="*/ 8763 h 111188"/>
                  <a:gd name="connsiteX10" fmla="*/ 90932 w 92646"/>
                  <a:gd name="connsiteY10" fmla="*/ 33655 h 111188"/>
                  <a:gd name="connsiteX11" fmla="*/ 73406 w 92646"/>
                  <a:gd name="connsiteY11" fmla="*/ 36385 h 111188"/>
                  <a:gd name="connsiteX12" fmla="*/ 64516 w 92646"/>
                  <a:gd name="connsiteY12" fmla="*/ 20257 h 111188"/>
                  <a:gd name="connsiteX13" fmla="*/ 49149 w 92646"/>
                  <a:gd name="connsiteY13" fmla="*/ 14859 h 111188"/>
                  <a:gd name="connsiteX14" fmla="*/ 26988 w 92646"/>
                  <a:gd name="connsiteY14" fmla="*/ 24638 h 111188"/>
                  <a:gd name="connsiteX15" fmla="*/ 18478 w 92646"/>
                  <a:gd name="connsiteY15" fmla="*/ 55563 h 111188"/>
                  <a:gd name="connsiteX16" fmla="*/ 26670 w 92646"/>
                  <a:gd name="connsiteY16" fmla="*/ 86677 h 111188"/>
                  <a:gd name="connsiteX17" fmla="*/ 48133 w 92646"/>
                  <a:gd name="connsiteY17" fmla="*/ 96393 h 111188"/>
                  <a:gd name="connsiteX18" fmla="*/ 65849 w 92646"/>
                  <a:gd name="connsiteY18" fmla="*/ 89852 h 111188"/>
                  <a:gd name="connsiteX19" fmla="*/ 74866 w 92646"/>
                  <a:gd name="connsiteY19" fmla="*/ 69850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2646" h="111188">
                    <a:moveTo>
                      <a:pt x="74930" y="69850"/>
                    </a:moveTo>
                    <a:lnTo>
                      <a:pt x="92646" y="72136"/>
                    </a:lnTo>
                    <a:cubicBezTo>
                      <a:pt x="90678" y="84328"/>
                      <a:pt x="85725" y="93916"/>
                      <a:pt x="77788" y="100838"/>
                    </a:cubicBezTo>
                    <a:cubicBezTo>
                      <a:pt x="69786" y="107759"/>
                      <a:pt x="60008" y="111189"/>
                      <a:pt x="48387" y="111189"/>
                    </a:cubicBezTo>
                    <a:cubicBezTo>
                      <a:pt x="33846" y="111189"/>
                      <a:pt x="22098" y="106426"/>
                      <a:pt x="13271" y="96901"/>
                    </a:cubicBezTo>
                    <a:cubicBezTo>
                      <a:pt x="4445" y="87376"/>
                      <a:pt x="0" y="73723"/>
                      <a:pt x="0" y="56007"/>
                    </a:cubicBezTo>
                    <a:cubicBezTo>
                      <a:pt x="0" y="44514"/>
                      <a:pt x="1905" y="34480"/>
                      <a:pt x="5715" y="25845"/>
                    </a:cubicBezTo>
                    <a:cubicBezTo>
                      <a:pt x="9525" y="17208"/>
                      <a:pt x="15303" y="10795"/>
                      <a:pt x="23114" y="6477"/>
                    </a:cubicBezTo>
                    <a:cubicBezTo>
                      <a:pt x="30861" y="2159"/>
                      <a:pt x="39370" y="0"/>
                      <a:pt x="48514" y="0"/>
                    </a:cubicBezTo>
                    <a:cubicBezTo>
                      <a:pt x="60071" y="0"/>
                      <a:pt x="69533" y="2921"/>
                      <a:pt x="76835" y="8763"/>
                    </a:cubicBezTo>
                    <a:cubicBezTo>
                      <a:pt x="84201" y="14605"/>
                      <a:pt x="88900" y="22923"/>
                      <a:pt x="90932" y="33655"/>
                    </a:cubicBezTo>
                    <a:lnTo>
                      <a:pt x="73406" y="36385"/>
                    </a:lnTo>
                    <a:cubicBezTo>
                      <a:pt x="71755" y="29210"/>
                      <a:pt x="68771" y="23876"/>
                      <a:pt x="64516" y="20257"/>
                    </a:cubicBezTo>
                    <a:cubicBezTo>
                      <a:pt x="60261" y="16637"/>
                      <a:pt x="55182" y="14859"/>
                      <a:pt x="49149" y="14859"/>
                    </a:cubicBezTo>
                    <a:cubicBezTo>
                      <a:pt x="40068" y="14859"/>
                      <a:pt x="32702" y="18097"/>
                      <a:pt x="26988" y="24638"/>
                    </a:cubicBezTo>
                    <a:cubicBezTo>
                      <a:pt x="21336" y="31115"/>
                      <a:pt x="18478" y="41465"/>
                      <a:pt x="18478" y="55563"/>
                    </a:cubicBezTo>
                    <a:cubicBezTo>
                      <a:pt x="18478" y="69659"/>
                      <a:pt x="21209" y="80201"/>
                      <a:pt x="26670" y="86677"/>
                    </a:cubicBezTo>
                    <a:cubicBezTo>
                      <a:pt x="32131" y="93154"/>
                      <a:pt x="39307" y="96393"/>
                      <a:pt x="48133" y="96393"/>
                    </a:cubicBezTo>
                    <a:cubicBezTo>
                      <a:pt x="55182" y="96393"/>
                      <a:pt x="61151" y="94234"/>
                      <a:pt x="65849" y="89852"/>
                    </a:cubicBezTo>
                    <a:cubicBezTo>
                      <a:pt x="70612" y="85534"/>
                      <a:pt x="73596" y="78867"/>
                      <a:pt x="74866" y="6985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6732A14D-F841-76C6-E7CD-82296E536F73}"/>
                  </a:ext>
                </a:extLst>
              </p:cNvPr>
              <p:cNvSpPr/>
              <p:nvPr/>
            </p:nvSpPr>
            <p:spPr>
              <a:xfrm>
                <a:off x="7734109" y="4000817"/>
                <a:ext cx="51879" cy="144970"/>
              </a:xfrm>
              <a:custGeom>
                <a:avLst/>
                <a:gdLst>
                  <a:gd name="connsiteX0" fmla="*/ 49276 w 51879"/>
                  <a:gd name="connsiteY0" fmla="*/ 127445 h 144970"/>
                  <a:gd name="connsiteX1" fmla="*/ 51880 w 51879"/>
                  <a:gd name="connsiteY1" fmla="*/ 143383 h 144970"/>
                  <a:gd name="connsiteX2" fmla="*/ 38291 w 51879"/>
                  <a:gd name="connsiteY2" fmla="*/ 144971 h 144970"/>
                  <a:gd name="connsiteX3" fmla="*/ 23051 w 51879"/>
                  <a:gd name="connsiteY3" fmla="*/ 141859 h 144970"/>
                  <a:gd name="connsiteX4" fmla="*/ 15431 w 51879"/>
                  <a:gd name="connsiteY4" fmla="*/ 133667 h 144970"/>
                  <a:gd name="connsiteX5" fmla="*/ 13208 w 51879"/>
                  <a:gd name="connsiteY5" fmla="*/ 112395 h 144970"/>
                  <a:gd name="connsiteX6" fmla="*/ 13208 w 51879"/>
                  <a:gd name="connsiteY6" fmla="*/ 51181 h 144970"/>
                  <a:gd name="connsiteX7" fmla="*/ 0 w 51879"/>
                  <a:gd name="connsiteY7" fmla="*/ 51181 h 144970"/>
                  <a:gd name="connsiteX8" fmla="*/ 0 w 51879"/>
                  <a:gd name="connsiteY8" fmla="*/ 37148 h 144970"/>
                  <a:gd name="connsiteX9" fmla="*/ 13208 w 51879"/>
                  <a:gd name="connsiteY9" fmla="*/ 37148 h 144970"/>
                  <a:gd name="connsiteX10" fmla="*/ 13208 w 51879"/>
                  <a:gd name="connsiteY10" fmla="*/ 10795 h 144970"/>
                  <a:gd name="connsiteX11" fmla="*/ 31115 w 51879"/>
                  <a:gd name="connsiteY11" fmla="*/ 0 h 144970"/>
                  <a:gd name="connsiteX12" fmla="*/ 31115 w 51879"/>
                  <a:gd name="connsiteY12" fmla="*/ 37148 h 144970"/>
                  <a:gd name="connsiteX13" fmla="*/ 49213 w 51879"/>
                  <a:gd name="connsiteY13" fmla="*/ 37148 h 144970"/>
                  <a:gd name="connsiteX14" fmla="*/ 49213 w 51879"/>
                  <a:gd name="connsiteY14" fmla="*/ 51181 h 144970"/>
                  <a:gd name="connsiteX15" fmla="*/ 31115 w 51879"/>
                  <a:gd name="connsiteY15" fmla="*/ 51181 h 144970"/>
                  <a:gd name="connsiteX16" fmla="*/ 31115 w 51879"/>
                  <a:gd name="connsiteY16" fmla="*/ 113411 h 144970"/>
                  <a:gd name="connsiteX17" fmla="*/ 32068 w 51879"/>
                  <a:gd name="connsiteY17" fmla="*/ 123317 h 144970"/>
                  <a:gd name="connsiteX18" fmla="*/ 35179 w 51879"/>
                  <a:gd name="connsiteY18" fmla="*/ 126810 h 144970"/>
                  <a:gd name="connsiteX19" fmla="*/ 41339 w 51879"/>
                  <a:gd name="connsiteY19" fmla="*/ 128079 h 144970"/>
                  <a:gd name="connsiteX20" fmla="*/ 49276 w 51879"/>
                  <a:gd name="connsiteY20" fmla="*/ 127381 h 144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1879" h="144970">
                    <a:moveTo>
                      <a:pt x="49276" y="127445"/>
                    </a:moveTo>
                    <a:lnTo>
                      <a:pt x="51880" y="143383"/>
                    </a:lnTo>
                    <a:cubicBezTo>
                      <a:pt x="46800" y="144463"/>
                      <a:pt x="42291" y="144971"/>
                      <a:pt x="38291" y="144971"/>
                    </a:cubicBezTo>
                    <a:cubicBezTo>
                      <a:pt x="31750" y="144971"/>
                      <a:pt x="26670" y="143954"/>
                      <a:pt x="23051" y="141859"/>
                    </a:cubicBezTo>
                    <a:cubicBezTo>
                      <a:pt x="19431" y="139764"/>
                      <a:pt x="16891" y="137033"/>
                      <a:pt x="15431" y="133667"/>
                    </a:cubicBezTo>
                    <a:cubicBezTo>
                      <a:pt x="13970" y="130302"/>
                      <a:pt x="13208" y="123190"/>
                      <a:pt x="13208" y="112395"/>
                    </a:cubicBezTo>
                    <a:lnTo>
                      <a:pt x="13208" y="51181"/>
                    </a:lnTo>
                    <a:lnTo>
                      <a:pt x="0" y="51181"/>
                    </a:lnTo>
                    <a:lnTo>
                      <a:pt x="0" y="37148"/>
                    </a:lnTo>
                    <a:lnTo>
                      <a:pt x="13208" y="37148"/>
                    </a:lnTo>
                    <a:lnTo>
                      <a:pt x="13208" y="10795"/>
                    </a:lnTo>
                    <a:lnTo>
                      <a:pt x="31115" y="0"/>
                    </a:lnTo>
                    <a:lnTo>
                      <a:pt x="31115" y="37148"/>
                    </a:lnTo>
                    <a:lnTo>
                      <a:pt x="49213" y="37148"/>
                    </a:lnTo>
                    <a:lnTo>
                      <a:pt x="49213" y="51181"/>
                    </a:lnTo>
                    <a:lnTo>
                      <a:pt x="31115" y="51181"/>
                    </a:lnTo>
                    <a:lnTo>
                      <a:pt x="31115" y="113411"/>
                    </a:lnTo>
                    <a:cubicBezTo>
                      <a:pt x="31115" y="118554"/>
                      <a:pt x="31433" y="121857"/>
                      <a:pt x="32068" y="123317"/>
                    </a:cubicBezTo>
                    <a:cubicBezTo>
                      <a:pt x="32703" y="124778"/>
                      <a:pt x="33719" y="125984"/>
                      <a:pt x="35179" y="126810"/>
                    </a:cubicBezTo>
                    <a:cubicBezTo>
                      <a:pt x="36640" y="127635"/>
                      <a:pt x="38672" y="128079"/>
                      <a:pt x="41339" y="128079"/>
                    </a:cubicBezTo>
                    <a:cubicBezTo>
                      <a:pt x="43371" y="128079"/>
                      <a:pt x="45974" y="127826"/>
                      <a:pt x="49276" y="12738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97621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8FB322-AEF2-B0D5-4523-275EEA640EB7}"/>
              </a:ext>
            </a:extLst>
          </p:cNvPr>
          <p:cNvSpPr/>
          <p:nvPr userDrawn="1"/>
        </p:nvSpPr>
        <p:spPr>
          <a:xfrm>
            <a:off x="0" y="0"/>
            <a:ext cx="12218670" cy="6877368"/>
          </a:xfrm>
          <a:prstGeom prst="rect">
            <a:avLst/>
          </a:prstGeom>
          <a:solidFill>
            <a:srgbClr val="7200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03500" y="3828605"/>
            <a:ext cx="7239000" cy="276999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Danke . Gracias . </a:t>
            </a:r>
            <a:r>
              <a:rPr lang="en-US" err="1"/>
              <a:t>Arigato</a:t>
            </a:r>
            <a:r>
              <a:rPr lang="en-US"/>
              <a:t> . </a:t>
            </a:r>
            <a:r>
              <a:rPr lang="ar-AE"/>
              <a:t>شكرًا لك </a:t>
            </a:r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77907" y="3070664"/>
            <a:ext cx="5450205" cy="455509"/>
          </a:xfrm>
        </p:spPr>
        <p:txBody>
          <a:bodyPr wrap="square" lIns="0" tIns="0" rIns="0" bIns="0" anchor="ctr">
            <a:spAutoFit/>
          </a:bodyPr>
          <a:lstStyle>
            <a:lvl1pPr marL="0" indent="0" algn="ctr">
              <a:buNone/>
              <a:defRPr sz="3200" b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0B76027-E332-1451-C842-EC002E59BD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03500" y="4408037"/>
            <a:ext cx="7239000" cy="153888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Needs &amp; expectations of Analytical Insights are changing Rapidly 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ACD6570E-B37D-61AB-A283-C8BAAB64EC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00" y="6104979"/>
            <a:ext cx="4472940" cy="338554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We can partner together for greater decision-making speed,</a:t>
            </a:r>
          </a:p>
          <a:p>
            <a:pPr lvl="0"/>
            <a:r>
              <a:rPr lang="en-US"/>
              <a:t>And help you make the changes 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38B98EDE-92AF-B69E-1BC5-E55411B74C2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20199" y="6020341"/>
            <a:ext cx="2603501" cy="246221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United States | United Kingdom | India | United Arab Emirates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1EDA292F-17B8-2EAE-B1F7-E35BF5DC67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20199" y="6267598"/>
            <a:ext cx="2603501" cy="123110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www.c5i.ai</a:t>
            </a:r>
          </a:p>
        </p:txBody>
      </p:sp>
      <p:grpSp>
        <p:nvGrpSpPr>
          <p:cNvPr id="3" name="Graphic 8">
            <a:extLst>
              <a:ext uri="{FF2B5EF4-FFF2-40B4-BE49-F238E27FC236}">
                <a16:creationId xmlns:a16="http://schemas.microsoft.com/office/drawing/2014/main" id="{0FD15D7C-E438-464C-5B31-09C5A98116C7}"/>
              </a:ext>
            </a:extLst>
          </p:cNvPr>
          <p:cNvGrpSpPr/>
          <p:nvPr userDrawn="1"/>
        </p:nvGrpSpPr>
        <p:grpSpPr>
          <a:xfrm>
            <a:off x="4741200" y="1101600"/>
            <a:ext cx="2714400" cy="1396800"/>
            <a:chOff x="4401883" y="2441257"/>
            <a:chExt cx="3385629" cy="1744027"/>
          </a:xfrm>
          <a:solidFill>
            <a:srgbClr val="FFFFFF"/>
          </a:solidFill>
        </p:grpSpPr>
        <p:grpSp>
          <p:nvGrpSpPr>
            <p:cNvPr id="5" name="Graphic 8">
              <a:extLst>
                <a:ext uri="{FF2B5EF4-FFF2-40B4-BE49-F238E27FC236}">
                  <a16:creationId xmlns:a16="http://schemas.microsoft.com/office/drawing/2014/main" id="{E11C5249-8214-0B4B-D8A9-44B60EF6DBD5}"/>
                </a:ext>
              </a:extLst>
            </p:cNvPr>
            <p:cNvGrpSpPr/>
            <p:nvPr/>
          </p:nvGrpSpPr>
          <p:grpSpPr>
            <a:xfrm>
              <a:off x="4401883" y="2441257"/>
              <a:ext cx="3385629" cy="1743900"/>
              <a:chOff x="4401883" y="2441257"/>
              <a:chExt cx="3385629" cy="1743900"/>
            </a:xfrm>
            <a:solidFill>
              <a:srgbClr val="FFFFFF"/>
            </a:solidFill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0A8C760-3445-4E81-5FEE-54BD9E35F5EC}"/>
                  </a:ext>
                </a:extLst>
              </p:cNvPr>
              <p:cNvSpPr/>
              <p:nvPr/>
            </p:nvSpPr>
            <p:spPr>
              <a:xfrm>
                <a:off x="4401883" y="2441257"/>
                <a:ext cx="1317688" cy="1743900"/>
              </a:xfrm>
              <a:custGeom>
                <a:avLst/>
                <a:gdLst>
                  <a:gd name="connsiteX0" fmla="*/ 1317689 w 1317688"/>
                  <a:gd name="connsiteY0" fmla="*/ 871982 h 1743900"/>
                  <a:gd name="connsiteX1" fmla="*/ 1317689 w 1317688"/>
                  <a:gd name="connsiteY1" fmla="*/ 443992 h 1743900"/>
                  <a:gd name="connsiteX2" fmla="*/ 1308989 w 1317688"/>
                  <a:gd name="connsiteY2" fmla="*/ 427990 h 1743900"/>
                  <a:gd name="connsiteX3" fmla="*/ 886587 w 1317688"/>
                  <a:gd name="connsiteY3" fmla="*/ 5588 h 1743900"/>
                  <a:gd name="connsiteX4" fmla="*/ 873125 w 1317688"/>
                  <a:gd name="connsiteY4" fmla="*/ 0 h 1743900"/>
                  <a:gd name="connsiteX5" fmla="*/ 446977 w 1317688"/>
                  <a:gd name="connsiteY5" fmla="*/ 0 h 1743900"/>
                  <a:gd name="connsiteX6" fmla="*/ 445706 w 1317688"/>
                  <a:gd name="connsiteY6" fmla="*/ 127 h 1743900"/>
                  <a:gd name="connsiteX7" fmla="*/ 445516 w 1317688"/>
                  <a:gd name="connsiteY7" fmla="*/ 127 h 1743900"/>
                  <a:gd name="connsiteX8" fmla="*/ 443992 w 1317688"/>
                  <a:gd name="connsiteY8" fmla="*/ 0 h 1743900"/>
                  <a:gd name="connsiteX9" fmla="*/ 424942 w 1317688"/>
                  <a:gd name="connsiteY9" fmla="*/ 19050 h 1743900"/>
                  <a:gd name="connsiteX10" fmla="*/ 424942 w 1317688"/>
                  <a:gd name="connsiteY10" fmla="*/ 437324 h 1743900"/>
                  <a:gd name="connsiteX11" fmla="*/ 5588 w 1317688"/>
                  <a:gd name="connsiteY11" fmla="*/ 856678 h 1743900"/>
                  <a:gd name="connsiteX12" fmla="*/ 0 w 1317688"/>
                  <a:gd name="connsiteY12" fmla="*/ 870140 h 1743900"/>
                  <a:gd name="connsiteX13" fmla="*/ 0 w 1317688"/>
                  <a:gd name="connsiteY13" fmla="*/ 1298384 h 1743900"/>
                  <a:gd name="connsiteX14" fmla="*/ 0 w 1317688"/>
                  <a:gd name="connsiteY14" fmla="*/ 1299020 h 1743900"/>
                  <a:gd name="connsiteX15" fmla="*/ 0 w 1317688"/>
                  <a:gd name="connsiteY15" fmla="*/ 1299146 h 1743900"/>
                  <a:gd name="connsiteX16" fmla="*/ 0 w 1317688"/>
                  <a:gd name="connsiteY16" fmla="*/ 1299908 h 1743900"/>
                  <a:gd name="connsiteX17" fmla="*/ 19050 w 1317688"/>
                  <a:gd name="connsiteY17" fmla="*/ 1318958 h 1743900"/>
                  <a:gd name="connsiteX18" fmla="*/ 438468 w 1317688"/>
                  <a:gd name="connsiteY18" fmla="*/ 1318958 h 1743900"/>
                  <a:gd name="connsiteX19" fmla="*/ 857821 w 1317688"/>
                  <a:gd name="connsiteY19" fmla="*/ 1738313 h 1743900"/>
                  <a:gd name="connsiteX20" fmla="*/ 871347 w 1317688"/>
                  <a:gd name="connsiteY20" fmla="*/ 1743901 h 1743900"/>
                  <a:gd name="connsiteX21" fmla="*/ 1298067 w 1317688"/>
                  <a:gd name="connsiteY21" fmla="*/ 1743901 h 1743900"/>
                  <a:gd name="connsiteX22" fmla="*/ 1301115 w 1317688"/>
                  <a:gd name="connsiteY22" fmla="*/ 1743646 h 1743900"/>
                  <a:gd name="connsiteX23" fmla="*/ 1301750 w 1317688"/>
                  <a:gd name="connsiteY23" fmla="*/ 1743520 h 1743900"/>
                  <a:gd name="connsiteX24" fmla="*/ 1302956 w 1317688"/>
                  <a:gd name="connsiteY24" fmla="*/ 1743202 h 1743900"/>
                  <a:gd name="connsiteX25" fmla="*/ 1305370 w 1317688"/>
                  <a:gd name="connsiteY25" fmla="*/ 1742440 h 1743900"/>
                  <a:gd name="connsiteX26" fmla="*/ 1305496 w 1317688"/>
                  <a:gd name="connsiteY26" fmla="*/ 1742377 h 1743900"/>
                  <a:gd name="connsiteX27" fmla="*/ 1307783 w 1317688"/>
                  <a:gd name="connsiteY27" fmla="*/ 1741233 h 1743900"/>
                  <a:gd name="connsiteX28" fmla="*/ 1308037 w 1317688"/>
                  <a:gd name="connsiteY28" fmla="*/ 1741107 h 1743900"/>
                  <a:gd name="connsiteX29" fmla="*/ 1310196 w 1317688"/>
                  <a:gd name="connsiteY29" fmla="*/ 1739519 h 1743900"/>
                  <a:gd name="connsiteX30" fmla="*/ 1311783 w 1317688"/>
                  <a:gd name="connsiteY30" fmla="*/ 1737995 h 1743900"/>
                  <a:gd name="connsiteX31" fmla="*/ 1312609 w 1317688"/>
                  <a:gd name="connsiteY31" fmla="*/ 1737106 h 1743900"/>
                  <a:gd name="connsiteX32" fmla="*/ 1313942 w 1317688"/>
                  <a:gd name="connsiteY32" fmla="*/ 1735391 h 1743900"/>
                  <a:gd name="connsiteX33" fmla="*/ 1315149 w 1317688"/>
                  <a:gd name="connsiteY33" fmla="*/ 1733169 h 1743900"/>
                  <a:gd name="connsiteX34" fmla="*/ 1316228 w 1317688"/>
                  <a:gd name="connsiteY34" fmla="*/ 1730502 h 1743900"/>
                  <a:gd name="connsiteX35" fmla="*/ 1316546 w 1317688"/>
                  <a:gd name="connsiteY35" fmla="*/ 1729359 h 1743900"/>
                  <a:gd name="connsiteX36" fmla="*/ 1316799 w 1317688"/>
                  <a:gd name="connsiteY36" fmla="*/ 1728343 h 1743900"/>
                  <a:gd name="connsiteX37" fmla="*/ 1316990 w 1317688"/>
                  <a:gd name="connsiteY37" fmla="*/ 1726756 h 1743900"/>
                  <a:gd name="connsiteX38" fmla="*/ 1317117 w 1317688"/>
                  <a:gd name="connsiteY38" fmla="*/ 1724851 h 1743900"/>
                  <a:gd name="connsiteX39" fmla="*/ 1317117 w 1317688"/>
                  <a:gd name="connsiteY39" fmla="*/ 1298067 h 1743900"/>
                  <a:gd name="connsiteX40" fmla="*/ 1311529 w 1317688"/>
                  <a:gd name="connsiteY40" fmla="*/ 1284605 h 1743900"/>
                  <a:gd name="connsiteX41" fmla="*/ 917956 w 1317688"/>
                  <a:gd name="connsiteY41" fmla="*/ 891032 h 1743900"/>
                  <a:gd name="connsiteX42" fmla="*/ 1298639 w 1317688"/>
                  <a:gd name="connsiteY42" fmla="*/ 891032 h 1743900"/>
                  <a:gd name="connsiteX43" fmla="*/ 1317689 w 1317688"/>
                  <a:gd name="connsiteY43" fmla="*/ 871982 h 1743900"/>
                  <a:gd name="connsiteX44" fmla="*/ 853503 w 1317688"/>
                  <a:gd name="connsiteY44" fmla="*/ 852932 h 1743900"/>
                  <a:gd name="connsiteX45" fmla="*/ 465455 w 1317688"/>
                  <a:gd name="connsiteY45" fmla="*/ 852932 h 1743900"/>
                  <a:gd name="connsiteX46" fmla="*/ 465455 w 1317688"/>
                  <a:gd name="connsiteY46" fmla="*/ 463042 h 1743900"/>
                  <a:gd name="connsiteX47" fmla="*/ 853503 w 1317688"/>
                  <a:gd name="connsiteY47" fmla="*/ 463042 h 1743900"/>
                  <a:gd name="connsiteX48" fmla="*/ 853503 w 1317688"/>
                  <a:gd name="connsiteY48" fmla="*/ 852932 h 1743900"/>
                  <a:gd name="connsiteX49" fmla="*/ 463042 w 1317688"/>
                  <a:gd name="connsiteY49" fmla="*/ 424942 h 1743900"/>
                  <a:gd name="connsiteX50" fmla="*/ 463042 w 1317688"/>
                  <a:gd name="connsiteY50" fmla="*/ 62103 h 1743900"/>
                  <a:gd name="connsiteX51" fmla="*/ 825944 w 1317688"/>
                  <a:gd name="connsiteY51" fmla="*/ 424942 h 1743900"/>
                  <a:gd name="connsiteX52" fmla="*/ 463042 w 1317688"/>
                  <a:gd name="connsiteY52" fmla="*/ 424942 h 1743900"/>
                  <a:gd name="connsiteX53" fmla="*/ 865251 w 1317688"/>
                  <a:gd name="connsiteY53" fmla="*/ 38100 h 1743900"/>
                  <a:gd name="connsiteX54" fmla="*/ 1252093 w 1317688"/>
                  <a:gd name="connsiteY54" fmla="*/ 424942 h 1743900"/>
                  <a:gd name="connsiteX55" fmla="*/ 879793 w 1317688"/>
                  <a:gd name="connsiteY55" fmla="*/ 424942 h 1743900"/>
                  <a:gd name="connsiteX56" fmla="*/ 492950 w 1317688"/>
                  <a:gd name="connsiteY56" fmla="*/ 38100 h 1743900"/>
                  <a:gd name="connsiteX57" fmla="*/ 865251 w 1317688"/>
                  <a:gd name="connsiteY57" fmla="*/ 38100 h 1743900"/>
                  <a:gd name="connsiteX58" fmla="*/ 38100 w 1317688"/>
                  <a:gd name="connsiteY58" fmla="*/ 878014 h 1743900"/>
                  <a:gd name="connsiteX59" fmla="*/ 427355 w 1317688"/>
                  <a:gd name="connsiteY59" fmla="*/ 488760 h 1743900"/>
                  <a:gd name="connsiteX60" fmla="*/ 427355 w 1317688"/>
                  <a:gd name="connsiteY60" fmla="*/ 863155 h 1743900"/>
                  <a:gd name="connsiteX61" fmla="*/ 38100 w 1317688"/>
                  <a:gd name="connsiteY61" fmla="*/ 1252410 h 1743900"/>
                  <a:gd name="connsiteX62" fmla="*/ 38100 w 1317688"/>
                  <a:gd name="connsiteY62" fmla="*/ 878014 h 1743900"/>
                  <a:gd name="connsiteX63" fmla="*/ 427355 w 1317688"/>
                  <a:gd name="connsiteY63" fmla="*/ 917003 h 1743900"/>
                  <a:gd name="connsiteX64" fmla="*/ 427355 w 1317688"/>
                  <a:gd name="connsiteY64" fmla="*/ 1280858 h 1743900"/>
                  <a:gd name="connsiteX65" fmla="*/ 63500 w 1317688"/>
                  <a:gd name="connsiteY65" fmla="*/ 1280858 h 1743900"/>
                  <a:gd name="connsiteX66" fmla="*/ 427355 w 1317688"/>
                  <a:gd name="connsiteY66" fmla="*/ 917003 h 1743900"/>
                  <a:gd name="connsiteX67" fmla="*/ 879221 w 1317688"/>
                  <a:gd name="connsiteY67" fmla="*/ 1705801 h 1743900"/>
                  <a:gd name="connsiteX68" fmla="*/ 492379 w 1317688"/>
                  <a:gd name="connsiteY68" fmla="*/ 1318958 h 1743900"/>
                  <a:gd name="connsiteX69" fmla="*/ 865251 w 1317688"/>
                  <a:gd name="connsiteY69" fmla="*/ 1318958 h 1743900"/>
                  <a:gd name="connsiteX70" fmla="*/ 1252093 w 1317688"/>
                  <a:gd name="connsiteY70" fmla="*/ 1705801 h 1743900"/>
                  <a:gd name="connsiteX71" fmla="*/ 879221 w 1317688"/>
                  <a:gd name="connsiteY71" fmla="*/ 1705801 h 1743900"/>
                  <a:gd name="connsiteX72" fmla="*/ 1279017 w 1317688"/>
                  <a:gd name="connsiteY72" fmla="*/ 1306004 h 1743900"/>
                  <a:gd name="connsiteX73" fmla="*/ 1279017 w 1317688"/>
                  <a:gd name="connsiteY73" fmla="*/ 1678813 h 1743900"/>
                  <a:gd name="connsiteX74" fmla="*/ 891603 w 1317688"/>
                  <a:gd name="connsiteY74" fmla="*/ 1291463 h 1743900"/>
                  <a:gd name="connsiteX75" fmla="*/ 891603 w 1317688"/>
                  <a:gd name="connsiteY75" fmla="*/ 918591 h 1743900"/>
                  <a:gd name="connsiteX76" fmla="*/ 1279017 w 1317688"/>
                  <a:gd name="connsiteY76" fmla="*/ 1306004 h 1743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1317688" h="1743900">
                    <a:moveTo>
                      <a:pt x="1317689" y="871982"/>
                    </a:moveTo>
                    <a:lnTo>
                      <a:pt x="1317689" y="443992"/>
                    </a:lnTo>
                    <a:cubicBezTo>
                      <a:pt x="1317689" y="437324"/>
                      <a:pt x="1314259" y="431419"/>
                      <a:pt x="1308989" y="427990"/>
                    </a:cubicBezTo>
                    <a:lnTo>
                      <a:pt x="886587" y="5588"/>
                    </a:lnTo>
                    <a:cubicBezTo>
                      <a:pt x="883031" y="2032"/>
                      <a:pt x="878205" y="0"/>
                      <a:pt x="873125" y="0"/>
                    </a:cubicBezTo>
                    <a:lnTo>
                      <a:pt x="446977" y="0"/>
                    </a:lnTo>
                    <a:cubicBezTo>
                      <a:pt x="446532" y="0"/>
                      <a:pt x="446151" y="0"/>
                      <a:pt x="445706" y="127"/>
                    </a:cubicBezTo>
                    <a:cubicBezTo>
                      <a:pt x="445643" y="63"/>
                      <a:pt x="445580" y="63"/>
                      <a:pt x="445516" y="127"/>
                    </a:cubicBezTo>
                    <a:cubicBezTo>
                      <a:pt x="445008" y="0"/>
                      <a:pt x="444500" y="0"/>
                      <a:pt x="443992" y="0"/>
                    </a:cubicBezTo>
                    <a:cubicBezTo>
                      <a:pt x="433451" y="0"/>
                      <a:pt x="424942" y="8572"/>
                      <a:pt x="424942" y="19050"/>
                    </a:cubicBezTo>
                    <a:lnTo>
                      <a:pt x="424942" y="437324"/>
                    </a:lnTo>
                    <a:lnTo>
                      <a:pt x="5588" y="856678"/>
                    </a:lnTo>
                    <a:cubicBezTo>
                      <a:pt x="2032" y="860234"/>
                      <a:pt x="0" y="865060"/>
                      <a:pt x="0" y="870140"/>
                    </a:cubicBezTo>
                    <a:lnTo>
                      <a:pt x="0" y="1298384"/>
                    </a:lnTo>
                    <a:cubicBezTo>
                      <a:pt x="0" y="1298384"/>
                      <a:pt x="0" y="1298829"/>
                      <a:pt x="0" y="1299020"/>
                    </a:cubicBezTo>
                    <a:lnTo>
                      <a:pt x="0" y="1299146"/>
                    </a:lnTo>
                    <a:cubicBezTo>
                      <a:pt x="0" y="1299146"/>
                      <a:pt x="0" y="1299654"/>
                      <a:pt x="0" y="1299908"/>
                    </a:cubicBezTo>
                    <a:cubicBezTo>
                      <a:pt x="0" y="1310450"/>
                      <a:pt x="8509" y="1318958"/>
                      <a:pt x="19050" y="1318958"/>
                    </a:cubicBezTo>
                    <a:lnTo>
                      <a:pt x="438468" y="1318958"/>
                    </a:lnTo>
                    <a:lnTo>
                      <a:pt x="857821" y="1738313"/>
                    </a:lnTo>
                    <a:cubicBezTo>
                      <a:pt x="861441" y="1741869"/>
                      <a:pt x="866267" y="1743901"/>
                      <a:pt x="871347" y="1743901"/>
                    </a:cubicBezTo>
                    <a:lnTo>
                      <a:pt x="1298067" y="1743901"/>
                    </a:lnTo>
                    <a:cubicBezTo>
                      <a:pt x="1299083" y="1743901"/>
                      <a:pt x="1300099" y="1743837"/>
                      <a:pt x="1301115" y="1743646"/>
                    </a:cubicBezTo>
                    <a:cubicBezTo>
                      <a:pt x="1301369" y="1743646"/>
                      <a:pt x="1301559" y="1743646"/>
                      <a:pt x="1301750" y="1743520"/>
                    </a:cubicBezTo>
                    <a:cubicBezTo>
                      <a:pt x="1302131" y="1743456"/>
                      <a:pt x="1302575" y="1743392"/>
                      <a:pt x="1302956" y="1743202"/>
                    </a:cubicBezTo>
                    <a:cubicBezTo>
                      <a:pt x="1303782" y="1743012"/>
                      <a:pt x="1304608" y="1742758"/>
                      <a:pt x="1305370" y="1742440"/>
                    </a:cubicBezTo>
                    <a:cubicBezTo>
                      <a:pt x="1305433" y="1742440"/>
                      <a:pt x="1305433" y="1742377"/>
                      <a:pt x="1305496" y="1742377"/>
                    </a:cubicBezTo>
                    <a:cubicBezTo>
                      <a:pt x="1306322" y="1742059"/>
                      <a:pt x="1307084" y="1741678"/>
                      <a:pt x="1307783" y="1741233"/>
                    </a:cubicBezTo>
                    <a:cubicBezTo>
                      <a:pt x="1307909" y="1741170"/>
                      <a:pt x="1307973" y="1741107"/>
                      <a:pt x="1308037" y="1741107"/>
                    </a:cubicBezTo>
                    <a:cubicBezTo>
                      <a:pt x="1308799" y="1740598"/>
                      <a:pt x="1309497" y="1740090"/>
                      <a:pt x="1310196" y="1739519"/>
                    </a:cubicBezTo>
                    <a:cubicBezTo>
                      <a:pt x="1310767" y="1739075"/>
                      <a:pt x="1311275" y="1738566"/>
                      <a:pt x="1311783" y="1737995"/>
                    </a:cubicBezTo>
                    <a:cubicBezTo>
                      <a:pt x="1312100" y="1737741"/>
                      <a:pt x="1312355" y="1737423"/>
                      <a:pt x="1312609" y="1737106"/>
                    </a:cubicBezTo>
                    <a:cubicBezTo>
                      <a:pt x="1313117" y="1736598"/>
                      <a:pt x="1313498" y="1736027"/>
                      <a:pt x="1313942" y="1735391"/>
                    </a:cubicBezTo>
                    <a:cubicBezTo>
                      <a:pt x="1314387" y="1734693"/>
                      <a:pt x="1314831" y="1733931"/>
                      <a:pt x="1315149" y="1733169"/>
                    </a:cubicBezTo>
                    <a:cubicBezTo>
                      <a:pt x="1315593" y="1732280"/>
                      <a:pt x="1315974" y="1731391"/>
                      <a:pt x="1316228" y="1730502"/>
                    </a:cubicBezTo>
                    <a:cubicBezTo>
                      <a:pt x="1316355" y="1730121"/>
                      <a:pt x="1316482" y="1729740"/>
                      <a:pt x="1316546" y="1729359"/>
                    </a:cubicBezTo>
                    <a:cubicBezTo>
                      <a:pt x="1316673" y="1729041"/>
                      <a:pt x="1316736" y="1728660"/>
                      <a:pt x="1316799" y="1728343"/>
                    </a:cubicBezTo>
                    <a:cubicBezTo>
                      <a:pt x="1316863" y="1727835"/>
                      <a:pt x="1316990" y="1727264"/>
                      <a:pt x="1316990" y="1726756"/>
                    </a:cubicBezTo>
                    <a:cubicBezTo>
                      <a:pt x="1316990" y="1726121"/>
                      <a:pt x="1317117" y="1725485"/>
                      <a:pt x="1317117" y="1724851"/>
                    </a:cubicBezTo>
                    <a:lnTo>
                      <a:pt x="1317117" y="1298067"/>
                    </a:lnTo>
                    <a:cubicBezTo>
                      <a:pt x="1317117" y="1293051"/>
                      <a:pt x="1315085" y="1288161"/>
                      <a:pt x="1311529" y="1284605"/>
                    </a:cubicBezTo>
                    <a:lnTo>
                      <a:pt x="917956" y="891032"/>
                    </a:lnTo>
                    <a:lnTo>
                      <a:pt x="1298639" y="891032"/>
                    </a:lnTo>
                    <a:cubicBezTo>
                      <a:pt x="1309180" y="891032"/>
                      <a:pt x="1317689" y="882459"/>
                      <a:pt x="1317689" y="871982"/>
                    </a:cubicBezTo>
                    <a:close/>
                    <a:moveTo>
                      <a:pt x="853503" y="852932"/>
                    </a:moveTo>
                    <a:lnTo>
                      <a:pt x="465455" y="852932"/>
                    </a:lnTo>
                    <a:lnTo>
                      <a:pt x="465455" y="463042"/>
                    </a:lnTo>
                    <a:lnTo>
                      <a:pt x="853503" y="463042"/>
                    </a:lnTo>
                    <a:lnTo>
                      <a:pt x="853503" y="852932"/>
                    </a:lnTo>
                    <a:close/>
                    <a:moveTo>
                      <a:pt x="463042" y="424942"/>
                    </a:moveTo>
                    <a:lnTo>
                      <a:pt x="463042" y="62103"/>
                    </a:lnTo>
                    <a:lnTo>
                      <a:pt x="825944" y="424942"/>
                    </a:lnTo>
                    <a:lnTo>
                      <a:pt x="463042" y="424942"/>
                    </a:lnTo>
                    <a:close/>
                    <a:moveTo>
                      <a:pt x="865251" y="38100"/>
                    </a:moveTo>
                    <a:lnTo>
                      <a:pt x="1252093" y="424942"/>
                    </a:lnTo>
                    <a:lnTo>
                      <a:pt x="879793" y="424942"/>
                    </a:lnTo>
                    <a:lnTo>
                      <a:pt x="492950" y="38100"/>
                    </a:lnTo>
                    <a:lnTo>
                      <a:pt x="865251" y="38100"/>
                    </a:lnTo>
                    <a:close/>
                    <a:moveTo>
                      <a:pt x="38100" y="878014"/>
                    </a:moveTo>
                    <a:lnTo>
                      <a:pt x="427355" y="488760"/>
                    </a:lnTo>
                    <a:lnTo>
                      <a:pt x="427355" y="863155"/>
                    </a:lnTo>
                    <a:lnTo>
                      <a:pt x="38100" y="1252410"/>
                    </a:lnTo>
                    <a:lnTo>
                      <a:pt x="38100" y="878014"/>
                    </a:lnTo>
                    <a:close/>
                    <a:moveTo>
                      <a:pt x="427355" y="917003"/>
                    </a:moveTo>
                    <a:lnTo>
                      <a:pt x="427355" y="1280858"/>
                    </a:lnTo>
                    <a:lnTo>
                      <a:pt x="63500" y="1280858"/>
                    </a:lnTo>
                    <a:lnTo>
                      <a:pt x="427355" y="917003"/>
                    </a:lnTo>
                    <a:close/>
                    <a:moveTo>
                      <a:pt x="879221" y="1705801"/>
                    </a:moveTo>
                    <a:lnTo>
                      <a:pt x="492379" y="1318958"/>
                    </a:lnTo>
                    <a:lnTo>
                      <a:pt x="865251" y="1318958"/>
                    </a:lnTo>
                    <a:lnTo>
                      <a:pt x="1252093" y="1705801"/>
                    </a:lnTo>
                    <a:lnTo>
                      <a:pt x="879221" y="1705801"/>
                    </a:lnTo>
                    <a:close/>
                    <a:moveTo>
                      <a:pt x="1279017" y="1306004"/>
                    </a:moveTo>
                    <a:lnTo>
                      <a:pt x="1279017" y="1678813"/>
                    </a:lnTo>
                    <a:lnTo>
                      <a:pt x="891603" y="1291463"/>
                    </a:lnTo>
                    <a:lnTo>
                      <a:pt x="891603" y="918591"/>
                    </a:lnTo>
                    <a:lnTo>
                      <a:pt x="1279017" y="1306004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0" name="Graphic 8">
                <a:extLst>
                  <a:ext uri="{FF2B5EF4-FFF2-40B4-BE49-F238E27FC236}">
                    <a16:creationId xmlns:a16="http://schemas.microsoft.com/office/drawing/2014/main" id="{1B3DBBF6-01FA-1C80-F13C-1AB7EA467F15}"/>
                  </a:ext>
                </a:extLst>
              </p:cNvPr>
              <p:cNvGrpSpPr/>
              <p:nvPr/>
            </p:nvGrpSpPr>
            <p:grpSpPr>
              <a:xfrm>
                <a:off x="5972619" y="2968180"/>
                <a:ext cx="1814893" cy="905764"/>
                <a:chOff x="5972619" y="2968180"/>
                <a:chExt cx="1814893" cy="905764"/>
              </a:xfrm>
              <a:solidFill>
                <a:srgbClr val="FFFFFF"/>
              </a:solidFill>
            </p:grpSpPr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55896B4C-3723-8BF0-2E75-5A884548AB88}"/>
                    </a:ext>
                  </a:extLst>
                </p:cNvPr>
                <p:cNvSpPr/>
                <p:nvPr/>
              </p:nvSpPr>
              <p:spPr>
                <a:xfrm>
                  <a:off x="5972619" y="2968180"/>
                  <a:ext cx="742124" cy="886523"/>
                </a:xfrm>
                <a:custGeom>
                  <a:avLst/>
                  <a:gdLst>
                    <a:gd name="connsiteX0" fmla="*/ 0 w 742124"/>
                    <a:gd name="connsiteY0" fmla="*/ 258382 h 886523"/>
                    <a:gd name="connsiteX1" fmla="*/ 0 w 742124"/>
                    <a:gd name="connsiteY1" fmla="*/ 692785 h 886523"/>
                    <a:gd name="connsiteX2" fmla="*/ 13907 w 742124"/>
                    <a:gd name="connsiteY2" fmla="*/ 770636 h 886523"/>
                    <a:gd name="connsiteX3" fmla="*/ 52578 w 742124"/>
                    <a:gd name="connsiteY3" fmla="*/ 832104 h 886523"/>
                    <a:gd name="connsiteX4" fmla="*/ 109538 w 742124"/>
                    <a:gd name="connsiteY4" fmla="*/ 871982 h 886523"/>
                    <a:gd name="connsiteX5" fmla="*/ 177292 w 742124"/>
                    <a:gd name="connsiteY5" fmla="*/ 886523 h 886523"/>
                    <a:gd name="connsiteX6" fmla="*/ 548386 w 742124"/>
                    <a:gd name="connsiteY6" fmla="*/ 886523 h 886523"/>
                    <a:gd name="connsiteX7" fmla="*/ 619315 w 742124"/>
                    <a:gd name="connsiteY7" fmla="*/ 871982 h 886523"/>
                    <a:gd name="connsiteX8" fmla="*/ 681355 w 742124"/>
                    <a:gd name="connsiteY8" fmla="*/ 832104 h 886523"/>
                    <a:gd name="connsiteX9" fmla="*/ 725678 w 742124"/>
                    <a:gd name="connsiteY9" fmla="*/ 770636 h 886523"/>
                    <a:gd name="connsiteX10" fmla="*/ 742125 w 742124"/>
                    <a:gd name="connsiteY10" fmla="*/ 692785 h 886523"/>
                    <a:gd name="connsiteX11" fmla="*/ 742125 w 742124"/>
                    <a:gd name="connsiteY11" fmla="*/ 653860 h 886523"/>
                    <a:gd name="connsiteX12" fmla="*/ 612965 w 742124"/>
                    <a:gd name="connsiteY12" fmla="*/ 653860 h 886523"/>
                    <a:gd name="connsiteX13" fmla="*/ 612965 w 742124"/>
                    <a:gd name="connsiteY13" fmla="*/ 692785 h 886523"/>
                    <a:gd name="connsiteX14" fmla="*/ 592709 w 742124"/>
                    <a:gd name="connsiteY14" fmla="*/ 737743 h 886523"/>
                    <a:gd name="connsiteX15" fmla="*/ 548386 w 742124"/>
                    <a:gd name="connsiteY15" fmla="*/ 757365 h 886523"/>
                    <a:gd name="connsiteX16" fmla="*/ 177292 w 742124"/>
                    <a:gd name="connsiteY16" fmla="*/ 757365 h 886523"/>
                    <a:gd name="connsiteX17" fmla="*/ 141224 w 742124"/>
                    <a:gd name="connsiteY17" fmla="*/ 737743 h 886523"/>
                    <a:gd name="connsiteX18" fmla="*/ 129159 w 742124"/>
                    <a:gd name="connsiteY18" fmla="*/ 692785 h 886523"/>
                    <a:gd name="connsiteX19" fmla="*/ 129159 w 742124"/>
                    <a:gd name="connsiteY19" fmla="*/ 129159 h 886523"/>
                    <a:gd name="connsiteX20" fmla="*/ 0 w 742124"/>
                    <a:gd name="connsiteY20" fmla="*/ 258382 h 886523"/>
                    <a:gd name="connsiteX21" fmla="*/ 742125 w 742124"/>
                    <a:gd name="connsiteY21" fmla="*/ 321691 h 886523"/>
                    <a:gd name="connsiteX22" fmla="*/ 742125 w 742124"/>
                    <a:gd name="connsiteY22" fmla="*/ 193802 h 886523"/>
                    <a:gd name="connsiteX23" fmla="*/ 727583 w 742124"/>
                    <a:gd name="connsiteY23" fmla="*/ 115888 h 886523"/>
                    <a:gd name="connsiteX24" fmla="*/ 687705 w 742124"/>
                    <a:gd name="connsiteY24" fmla="*/ 54483 h 886523"/>
                    <a:gd name="connsiteX25" fmla="*/ 626237 w 742124"/>
                    <a:gd name="connsiteY25" fmla="*/ 14542 h 886523"/>
                    <a:gd name="connsiteX26" fmla="*/ 548386 w 742124"/>
                    <a:gd name="connsiteY26" fmla="*/ 0 h 886523"/>
                    <a:gd name="connsiteX27" fmla="*/ 258318 w 742124"/>
                    <a:gd name="connsiteY27" fmla="*/ 0 h 886523"/>
                    <a:gd name="connsiteX28" fmla="*/ 167005 w 742124"/>
                    <a:gd name="connsiteY28" fmla="*/ 37846 h 886523"/>
                    <a:gd name="connsiteX29" fmla="*/ 129159 w 742124"/>
                    <a:gd name="connsiteY29" fmla="*/ 129159 h 886523"/>
                    <a:gd name="connsiteX30" fmla="*/ 548386 w 742124"/>
                    <a:gd name="connsiteY30" fmla="*/ 129159 h 886523"/>
                    <a:gd name="connsiteX31" fmla="*/ 592709 w 742124"/>
                    <a:gd name="connsiteY31" fmla="*/ 148844 h 886523"/>
                    <a:gd name="connsiteX32" fmla="*/ 612965 w 742124"/>
                    <a:gd name="connsiteY32" fmla="*/ 193802 h 886523"/>
                    <a:gd name="connsiteX33" fmla="*/ 612965 w 742124"/>
                    <a:gd name="connsiteY33" fmla="*/ 321691 h 886523"/>
                    <a:gd name="connsiteX34" fmla="*/ 742125 w 742124"/>
                    <a:gd name="connsiteY34" fmla="*/ 321691 h 8865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742124" h="886523">
                      <a:moveTo>
                        <a:pt x="0" y="258382"/>
                      </a:moveTo>
                      <a:lnTo>
                        <a:pt x="0" y="692785"/>
                      </a:lnTo>
                      <a:cubicBezTo>
                        <a:pt x="0" y="720598"/>
                        <a:pt x="4635" y="746570"/>
                        <a:pt x="13907" y="770636"/>
                      </a:cubicBezTo>
                      <a:cubicBezTo>
                        <a:pt x="23177" y="794703"/>
                        <a:pt x="36068" y="815213"/>
                        <a:pt x="52578" y="832104"/>
                      </a:cubicBezTo>
                      <a:cubicBezTo>
                        <a:pt x="69024" y="848995"/>
                        <a:pt x="88011" y="862266"/>
                        <a:pt x="109538" y="871982"/>
                      </a:cubicBezTo>
                      <a:cubicBezTo>
                        <a:pt x="131064" y="881698"/>
                        <a:pt x="153670" y="886523"/>
                        <a:pt x="177292" y="886523"/>
                      </a:cubicBezTo>
                      <a:lnTo>
                        <a:pt x="548386" y="886523"/>
                      </a:lnTo>
                      <a:cubicBezTo>
                        <a:pt x="572834" y="886523"/>
                        <a:pt x="596519" y="881698"/>
                        <a:pt x="619315" y="871982"/>
                      </a:cubicBezTo>
                      <a:cubicBezTo>
                        <a:pt x="642112" y="862266"/>
                        <a:pt x="662750" y="848995"/>
                        <a:pt x="681355" y="832104"/>
                      </a:cubicBezTo>
                      <a:cubicBezTo>
                        <a:pt x="699897" y="815213"/>
                        <a:pt x="714692" y="794703"/>
                        <a:pt x="725678" y="770636"/>
                      </a:cubicBezTo>
                      <a:cubicBezTo>
                        <a:pt x="736664" y="746570"/>
                        <a:pt x="742125" y="720598"/>
                        <a:pt x="742125" y="692785"/>
                      </a:cubicBezTo>
                      <a:lnTo>
                        <a:pt x="742125" y="653860"/>
                      </a:lnTo>
                      <a:lnTo>
                        <a:pt x="612965" y="653860"/>
                      </a:lnTo>
                      <a:lnTo>
                        <a:pt x="612965" y="692785"/>
                      </a:lnTo>
                      <a:cubicBezTo>
                        <a:pt x="612965" y="709676"/>
                        <a:pt x="606171" y="724662"/>
                        <a:pt x="592709" y="737743"/>
                      </a:cubicBezTo>
                      <a:cubicBezTo>
                        <a:pt x="579184" y="750824"/>
                        <a:pt x="564388" y="757365"/>
                        <a:pt x="548386" y="757365"/>
                      </a:cubicBezTo>
                      <a:lnTo>
                        <a:pt x="177292" y="757365"/>
                      </a:lnTo>
                      <a:cubicBezTo>
                        <a:pt x="161226" y="757365"/>
                        <a:pt x="149225" y="750824"/>
                        <a:pt x="141224" y="737743"/>
                      </a:cubicBezTo>
                      <a:cubicBezTo>
                        <a:pt x="133160" y="724662"/>
                        <a:pt x="129159" y="709676"/>
                        <a:pt x="129159" y="692785"/>
                      </a:cubicBezTo>
                      <a:lnTo>
                        <a:pt x="129159" y="129159"/>
                      </a:lnTo>
                      <a:cubicBezTo>
                        <a:pt x="57848" y="129159"/>
                        <a:pt x="0" y="187008"/>
                        <a:pt x="0" y="258382"/>
                      </a:cubicBezTo>
                      <a:close/>
                      <a:moveTo>
                        <a:pt x="742125" y="321691"/>
                      </a:moveTo>
                      <a:lnTo>
                        <a:pt x="742125" y="193802"/>
                      </a:lnTo>
                      <a:cubicBezTo>
                        <a:pt x="742125" y="165926"/>
                        <a:pt x="737298" y="139954"/>
                        <a:pt x="727583" y="115888"/>
                      </a:cubicBezTo>
                      <a:cubicBezTo>
                        <a:pt x="717867" y="91821"/>
                        <a:pt x="704533" y="71374"/>
                        <a:pt x="687705" y="54483"/>
                      </a:cubicBezTo>
                      <a:cubicBezTo>
                        <a:pt x="670814" y="37592"/>
                        <a:pt x="650303" y="24257"/>
                        <a:pt x="626237" y="14542"/>
                      </a:cubicBezTo>
                      <a:cubicBezTo>
                        <a:pt x="602171" y="4890"/>
                        <a:pt x="576263" y="0"/>
                        <a:pt x="548386" y="0"/>
                      </a:cubicBezTo>
                      <a:lnTo>
                        <a:pt x="258318" y="0"/>
                      </a:lnTo>
                      <a:cubicBezTo>
                        <a:pt x="222631" y="0"/>
                        <a:pt x="190373" y="14478"/>
                        <a:pt x="167005" y="37846"/>
                      </a:cubicBezTo>
                      <a:cubicBezTo>
                        <a:pt x="143637" y="61214"/>
                        <a:pt x="129159" y="93472"/>
                        <a:pt x="129159" y="129159"/>
                      </a:cubicBezTo>
                      <a:lnTo>
                        <a:pt x="548386" y="129159"/>
                      </a:lnTo>
                      <a:cubicBezTo>
                        <a:pt x="564388" y="129159"/>
                        <a:pt x="579184" y="135763"/>
                        <a:pt x="592709" y="148844"/>
                      </a:cubicBezTo>
                      <a:cubicBezTo>
                        <a:pt x="606171" y="161925"/>
                        <a:pt x="612965" y="176911"/>
                        <a:pt x="612965" y="193802"/>
                      </a:cubicBezTo>
                      <a:lnTo>
                        <a:pt x="612965" y="321691"/>
                      </a:lnTo>
                      <a:lnTo>
                        <a:pt x="742125" y="32169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91253450-9B2E-76B6-A5B2-0B5E2833D20B}"/>
                    </a:ext>
                  </a:extLst>
                </p:cNvPr>
                <p:cNvSpPr/>
                <p:nvPr/>
              </p:nvSpPr>
              <p:spPr>
                <a:xfrm>
                  <a:off x="6808470" y="2968180"/>
                  <a:ext cx="700277" cy="129158"/>
                </a:xfrm>
                <a:custGeom>
                  <a:avLst/>
                  <a:gdLst>
                    <a:gd name="connsiteX0" fmla="*/ 127317 w 700277"/>
                    <a:gd name="connsiteY0" fmla="*/ 0 h 129158"/>
                    <a:gd name="connsiteX1" fmla="*/ 0 w 700277"/>
                    <a:gd name="connsiteY1" fmla="*/ 127254 h 129158"/>
                    <a:gd name="connsiteX2" fmla="*/ 0 w 700277"/>
                    <a:gd name="connsiteY2" fmla="*/ 129159 h 129158"/>
                    <a:gd name="connsiteX3" fmla="*/ 700278 w 700277"/>
                    <a:gd name="connsiteY3" fmla="*/ 129159 h 129158"/>
                    <a:gd name="connsiteX4" fmla="*/ 700278 w 700277"/>
                    <a:gd name="connsiteY4" fmla="*/ 0 h 129158"/>
                    <a:gd name="connsiteX5" fmla="*/ 127317 w 700277"/>
                    <a:gd name="connsiteY5" fmla="*/ 0 h 129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00277" h="129158">
                      <a:moveTo>
                        <a:pt x="127317" y="0"/>
                      </a:moveTo>
                      <a:cubicBezTo>
                        <a:pt x="57023" y="0"/>
                        <a:pt x="0" y="56960"/>
                        <a:pt x="0" y="127254"/>
                      </a:cubicBezTo>
                      <a:lnTo>
                        <a:pt x="0" y="129159"/>
                      </a:lnTo>
                      <a:lnTo>
                        <a:pt x="700278" y="129159"/>
                      </a:lnTo>
                      <a:lnTo>
                        <a:pt x="700278" y="0"/>
                      </a:lnTo>
                      <a:lnTo>
                        <a:pt x="127317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28A89A17-6343-955F-2759-F4E5CE7BE24A}"/>
                    </a:ext>
                  </a:extLst>
                </p:cNvPr>
                <p:cNvSpPr/>
                <p:nvPr/>
              </p:nvSpPr>
              <p:spPr>
                <a:xfrm>
                  <a:off x="7657084" y="3289871"/>
                  <a:ext cx="130428" cy="564832"/>
                </a:xfrm>
                <a:custGeom>
                  <a:avLst/>
                  <a:gdLst>
                    <a:gd name="connsiteX0" fmla="*/ 130429 w 130428"/>
                    <a:gd name="connsiteY0" fmla="*/ 0 h 564832"/>
                    <a:gd name="connsiteX1" fmla="*/ 130429 w 130428"/>
                    <a:gd name="connsiteY1" fmla="*/ 564832 h 564832"/>
                    <a:gd name="connsiteX2" fmla="*/ 0 w 130428"/>
                    <a:gd name="connsiteY2" fmla="*/ 564832 h 564832"/>
                    <a:gd name="connsiteX3" fmla="*/ 0 w 130428"/>
                    <a:gd name="connsiteY3" fmla="*/ 130429 h 564832"/>
                    <a:gd name="connsiteX4" fmla="*/ 130429 w 130428"/>
                    <a:gd name="connsiteY4" fmla="*/ 0 h 564832"/>
                    <a:gd name="connsiteX5" fmla="*/ 130429 w 130428"/>
                    <a:gd name="connsiteY5" fmla="*/ 0 h 5648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0428" h="564832">
                      <a:moveTo>
                        <a:pt x="130429" y="0"/>
                      </a:moveTo>
                      <a:lnTo>
                        <a:pt x="130429" y="564832"/>
                      </a:lnTo>
                      <a:lnTo>
                        <a:pt x="0" y="564832"/>
                      </a:lnTo>
                      <a:lnTo>
                        <a:pt x="0" y="130429"/>
                      </a:lnTo>
                      <a:cubicBezTo>
                        <a:pt x="0" y="58357"/>
                        <a:pt x="58420" y="0"/>
                        <a:pt x="130429" y="0"/>
                      </a:cubicBezTo>
                      <a:lnTo>
                        <a:pt x="13042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8E6D9076-F287-243B-3CD5-035A37A6A749}"/>
                    </a:ext>
                  </a:extLst>
                </p:cNvPr>
                <p:cNvSpPr/>
                <p:nvPr/>
              </p:nvSpPr>
              <p:spPr>
                <a:xfrm>
                  <a:off x="6807390" y="3097593"/>
                  <a:ext cx="736091" cy="776351"/>
                </a:xfrm>
                <a:custGeom>
                  <a:avLst/>
                  <a:gdLst>
                    <a:gd name="connsiteX0" fmla="*/ 736092 w 736091"/>
                    <a:gd name="connsiteY0" fmla="*/ 350203 h 776351"/>
                    <a:gd name="connsiteX1" fmla="*/ 736092 w 736091"/>
                    <a:gd name="connsiteY1" fmla="*/ 563753 h 776351"/>
                    <a:gd name="connsiteX2" fmla="*/ 374205 w 736091"/>
                    <a:gd name="connsiteY2" fmla="*/ 776351 h 776351"/>
                    <a:gd name="connsiteX3" fmla="*/ 129921 w 736091"/>
                    <a:gd name="connsiteY3" fmla="*/ 726567 h 776351"/>
                    <a:gd name="connsiteX4" fmla="*/ 0 w 736091"/>
                    <a:gd name="connsiteY4" fmla="*/ 563753 h 776351"/>
                    <a:gd name="connsiteX5" fmla="*/ 0 w 736091"/>
                    <a:gd name="connsiteY5" fmla="*/ 524447 h 776351"/>
                    <a:gd name="connsiteX6" fmla="*/ 123634 w 736091"/>
                    <a:gd name="connsiteY6" fmla="*/ 524447 h 776351"/>
                    <a:gd name="connsiteX7" fmla="*/ 123634 w 736091"/>
                    <a:gd name="connsiteY7" fmla="*/ 563753 h 776351"/>
                    <a:gd name="connsiteX8" fmla="*/ 361823 w 736091"/>
                    <a:gd name="connsiteY8" fmla="*/ 649351 h 776351"/>
                    <a:gd name="connsiteX9" fmla="*/ 368046 w 736091"/>
                    <a:gd name="connsiteY9" fmla="*/ 649351 h 776351"/>
                    <a:gd name="connsiteX10" fmla="*/ 374205 w 736091"/>
                    <a:gd name="connsiteY10" fmla="*/ 649351 h 776351"/>
                    <a:gd name="connsiteX11" fmla="*/ 609092 w 736091"/>
                    <a:gd name="connsiteY11" fmla="*/ 563753 h 776351"/>
                    <a:gd name="connsiteX12" fmla="*/ 609092 w 736091"/>
                    <a:gd name="connsiteY12" fmla="*/ 350203 h 776351"/>
                    <a:gd name="connsiteX13" fmla="*/ 378650 w 736091"/>
                    <a:gd name="connsiteY13" fmla="*/ 264668 h 776351"/>
                    <a:gd name="connsiteX14" fmla="*/ 374205 w 736091"/>
                    <a:gd name="connsiteY14" fmla="*/ 264604 h 776351"/>
                    <a:gd name="connsiteX15" fmla="*/ 368173 w 736091"/>
                    <a:gd name="connsiteY15" fmla="*/ 264668 h 776351"/>
                    <a:gd name="connsiteX16" fmla="*/ 357314 w 736091"/>
                    <a:gd name="connsiteY16" fmla="*/ 264668 h 776351"/>
                    <a:gd name="connsiteX17" fmla="*/ 123634 w 736091"/>
                    <a:gd name="connsiteY17" fmla="*/ 350203 h 776351"/>
                    <a:gd name="connsiteX18" fmla="*/ 123634 w 736091"/>
                    <a:gd name="connsiteY18" fmla="*/ 374078 h 776351"/>
                    <a:gd name="connsiteX19" fmla="*/ 0 w 736091"/>
                    <a:gd name="connsiteY19" fmla="*/ 374078 h 776351"/>
                    <a:gd name="connsiteX20" fmla="*/ 1016 w 736091"/>
                    <a:gd name="connsiteY20" fmla="*/ 0 h 776351"/>
                    <a:gd name="connsiteX21" fmla="*/ 1016 w 736091"/>
                    <a:gd name="connsiteY21" fmla="*/ 0 h 776351"/>
                    <a:gd name="connsiteX22" fmla="*/ 127317 w 736091"/>
                    <a:gd name="connsiteY22" fmla="*/ 127000 h 776351"/>
                    <a:gd name="connsiteX23" fmla="*/ 127000 w 736091"/>
                    <a:gd name="connsiteY23" fmla="*/ 191897 h 776351"/>
                    <a:gd name="connsiteX24" fmla="*/ 374205 w 736091"/>
                    <a:gd name="connsiteY24" fmla="*/ 137605 h 776351"/>
                    <a:gd name="connsiteX25" fmla="*/ 736092 w 736091"/>
                    <a:gd name="connsiteY25" fmla="*/ 350203 h 7763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736091" h="776351">
                      <a:moveTo>
                        <a:pt x="736092" y="350203"/>
                      </a:moveTo>
                      <a:lnTo>
                        <a:pt x="736092" y="563753"/>
                      </a:lnTo>
                      <a:cubicBezTo>
                        <a:pt x="736092" y="684975"/>
                        <a:pt x="580517" y="776351"/>
                        <a:pt x="374205" y="776351"/>
                      </a:cubicBezTo>
                      <a:cubicBezTo>
                        <a:pt x="284607" y="776351"/>
                        <a:pt x="197866" y="758698"/>
                        <a:pt x="129921" y="726567"/>
                      </a:cubicBezTo>
                      <a:cubicBezTo>
                        <a:pt x="46164" y="687007"/>
                        <a:pt x="0" y="629158"/>
                        <a:pt x="0" y="563753"/>
                      </a:cubicBezTo>
                      <a:lnTo>
                        <a:pt x="0" y="524447"/>
                      </a:lnTo>
                      <a:lnTo>
                        <a:pt x="123634" y="524447"/>
                      </a:lnTo>
                      <a:lnTo>
                        <a:pt x="123634" y="563753"/>
                      </a:lnTo>
                      <a:cubicBezTo>
                        <a:pt x="123634" y="593153"/>
                        <a:pt x="216408" y="649351"/>
                        <a:pt x="361823" y="649351"/>
                      </a:cubicBezTo>
                      <a:cubicBezTo>
                        <a:pt x="363919" y="649351"/>
                        <a:pt x="366014" y="649351"/>
                        <a:pt x="368046" y="649351"/>
                      </a:cubicBezTo>
                      <a:cubicBezTo>
                        <a:pt x="370078" y="649351"/>
                        <a:pt x="372110" y="649351"/>
                        <a:pt x="374205" y="649351"/>
                      </a:cubicBezTo>
                      <a:cubicBezTo>
                        <a:pt x="517588" y="649351"/>
                        <a:pt x="609092" y="593153"/>
                        <a:pt x="609092" y="563753"/>
                      </a:cubicBezTo>
                      <a:lnTo>
                        <a:pt x="609092" y="350203"/>
                      </a:lnTo>
                      <a:cubicBezTo>
                        <a:pt x="609092" y="321120"/>
                        <a:pt x="519494" y="265747"/>
                        <a:pt x="378650" y="264668"/>
                      </a:cubicBezTo>
                      <a:cubicBezTo>
                        <a:pt x="377190" y="264604"/>
                        <a:pt x="375666" y="264604"/>
                        <a:pt x="374205" y="264604"/>
                      </a:cubicBezTo>
                      <a:cubicBezTo>
                        <a:pt x="372173" y="264604"/>
                        <a:pt x="370141" y="264604"/>
                        <a:pt x="368173" y="264668"/>
                      </a:cubicBezTo>
                      <a:lnTo>
                        <a:pt x="357314" y="264668"/>
                      </a:lnTo>
                      <a:cubicBezTo>
                        <a:pt x="214439" y="265747"/>
                        <a:pt x="123634" y="321120"/>
                        <a:pt x="123634" y="350203"/>
                      </a:cubicBezTo>
                      <a:lnTo>
                        <a:pt x="123634" y="374078"/>
                      </a:lnTo>
                      <a:lnTo>
                        <a:pt x="0" y="374078"/>
                      </a:lnTo>
                      <a:lnTo>
                        <a:pt x="1016" y="0"/>
                      </a:lnTo>
                      <a:lnTo>
                        <a:pt x="1016" y="0"/>
                      </a:lnTo>
                      <a:cubicBezTo>
                        <a:pt x="71056" y="0"/>
                        <a:pt x="127698" y="56960"/>
                        <a:pt x="127317" y="127000"/>
                      </a:cubicBezTo>
                      <a:lnTo>
                        <a:pt x="127000" y="191897"/>
                      </a:lnTo>
                      <a:cubicBezTo>
                        <a:pt x="191452" y="157480"/>
                        <a:pt x="278194" y="137605"/>
                        <a:pt x="374205" y="137605"/>
                      </a:cubicBezTo>
                      <a:cubicBezTo>
                        <a:pt x="580517" y="137605"/>
                        <a:pt x="736092" y="228981"/>
                        <a:pt x="736092" y="35020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14DAB2A6-BBC1-9607-802D-210916D96D9C}"/>
                    </a:ext>
                  </a:extLst>
                </p:cNvPr>
                <p:cNvSpPr/>
                <p:nvPr/>
              </p:nvSpPr>
              <p:spPr>
                <a:xfrm>
                  <a:off x="7657020" y="2968180"/>
                  <a:ext cx="130428" cy="130429"/>
                </a:xfrm>
                <a:custGeom>
                  <a:avLst/>
                  <a:gdLst>
                    <a:gd name="connsiteX0" fmla="*/ 0 w 130428"/>
                    <a:gd name="connsiteY0" fmla="*/ 0 h 130429"/>
                    <a:gd name="connsiteX1" fmla="*/ 130429 w 130428"/>
                    <a:gd name="connsiteY1" fmla="*/ 0 h 130429"/>
                    <a:gd name="connsiteX2" fmla="*/ 0 w 130428"/>
                    <a:gd name="connsiteY2" fmla="*/ 130429 h 130429"/>
                    <a:gd name="connsiteX3" fmla="*/ 0 w 130428"/>
                    <a:gd name="connsiteY3" fmla="*/ 130429 h 130429"/>
                    <a:gd name="connsiteX4" fmla="*/ 0 w 130428"/>
                    <a:gd name="connsiteY4" fmla="*/ 0 h 130429"/>
                    <a:gd name="connsiteX5" fmla="*/ 0 w 130428"/>
                    <a:gd name="connsiteY5" fmla="*/ 0 h 130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0428" h="130429">
                      <a:moveTo>
                        <a:pt x="0" y="0"/>
                      </a:moveTo>
                      <a:lnTo>
                        <a:pt x="130429" y="0"/>
                      </a:lnTo>
                      <a:cubicBezTo>
                        <a:pt x="130429" y="72009"/>
                        <a:pt x="72009" y="130429"/>
                        <a:pt x="0" y="130429"/>
                      </a:cubicBezTo>
                      <a:lnTo>
                        <a:pt x="0" y="130429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7849F086-895B-5829-1985-45040421C7A2}"/>
                </a:ext>
              </a:extLst>
            </p:cNvPr>
            <p:cNvGrpSpPr/>
            <p:nvPr/>
          </p:nvGrpSpPr>
          <p:grpSpPr>
            <a:xfrm>
              <a:off x="5972936" y="3997578"/>
              <a:ext cx="1813052" cy="187705"/>
              <a:chOff x="5972936" y="3997578"/>
              <a:chExt cx="1813052" cy="187705"/>
            </a:xfrm>
            <a:solidFill>
              <a:srgbClr val="FFFFFF"/>
            </a:solidFill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27EA90B7-1DBB-5764-B424-88C85F53E81C}"/>
                  </a:ext>
                </a:extLst>
              </p:cNvPr>
              <p:cNvSpPr/>
              <p:nvPr/>
            </p:nvSpPr>
            <p:spPr>
              <a:xfrm>
                <a:off x="5972936" y="3997578"/>
                <a:ext cx="115189" cy="146811"/>
              </a:xfrm>
              <a:custGeom>
                <a:avLst/>
                <a:gdLst>
                  <a:gd name="connsiteX0" fmla="*/ 0 w 115189"/>
                  <a:gd name="connsiteY0" fmla="*/ 146812 h 146811"/>
                  <a:gd name="connsiteX1" fmla="*/ 0 w 115189"/>
                  <a:gd name="connsiteY1" fmla="*/ 0 h 146811"/>
                  <a:gd name="connsiteX2" fmla="*/ 19431 w 115189"/>
                  <a:gd name="connsiteY2" fmla="*/ 0 h 146811"/>
                  <a:gd name="connsiteX3" fmla="*/ 19431 w 115189"/>
                  <a:gd name="connsiteY3" fmla="*/ 60325 h 146811"/>
                  <a:gd name="connsiteX4" fmla="*/ 95758 w 115189"/>
                  <a:gd name="connsiteY4" fmla="*/ 60325 h 146811"/>
                  <a:gd name="connsiteX5" fmla="*/ 95758 w 115189"/>
                  <a:gd name="connsiteY5" fmla="*/ 0 h 146811"/>
                  <a:gd name="connsiteX6" fmla="*/ 115189 w 115189"/>
                  <a:gd name="connsiteY6" fmla="*/ 0 h 146811"/>
                  <a:gd name="connsiteX7" fmla="*/ 115189 w 115189"/>
                  <a:gd name="connsiteY7" fmla="*/ 146812 h 146811"/>
                  <a:gd name="connsiteX8" fmla="*/ 95758 w 115189"/>
                  <a:gd name="connsiteY8" fmla="*/ 146812 h 146811"/>
                  <a:gd name="connsiteX9" fmla="*/ 95758 w 115189"/>
                  <a:gd name="connsiteY9" fmla="*/ 77597 h 146811"/>
                  <a:gd name="connsiteX10" fmla="*/ 19431 w 115189"/>
                  <a:gd name="connsiteY10" fmla="*/ 77597 h 146811"/>
                  <a:gd name="connsiteX11" fmla="*/ 19431 w 115189"/>
                  <a:gd name="connsiteY11" fmla="*/ 146812 h 146811"/>
                  <a:gd name="connsiteX12" fmla="*/ 0 w 115189"/>
                  <a:gd name="connsiteY12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5189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60325"/>
                    </a:lnTo>
                    <a:lnTo>
                      <a:pt x="95758" y="60325"/>
                    </a:lnTo>
                    <a:lnTo>
                      <a:pt x="95758" y="0"/>
                    </a:lnTo>
                    <a:lnTo>
                      <a:pt x="115189" y="0"/>
                    </a:lnTo>
                    <a:lnTo>
                      <a:pt x="115189" y="146812"/>
                    </a:lnTo>
                    <a:lnTo>
                      <a:pt x="95758" y="146812"/>
                    </a:lnTo>
                    <a:lnTo>
                      <a:pt x="95758" y="77597"/>
                    </a:lnTo>
                    <a:lnTo>
                      <a:pt x="19431" y="77597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ECB4B017-1F34-A6B3-2FA9-D92145B7E8DF}"/>
                  </a:ext>
                </a:extLst>
              </p:cNvPr>
              <p:cNvSpPr/>
              <p:nvPr/>
            </p:nvSpPr>
            <p:spPr>
              <a:xfrm>
                <a:off x="6117717" y="4037965"/>
                <a:ext cx="86296" cy="108838"/>
              </a:xfrm>
              <a:custGeom>
                <a:avLst/>
                <a:gdLst>
                  <a:gd name="connsiteX0" fmla="*/ 70167 w 86296"/>
                  <a:gd name="connsiteY0" fmla="*/ 106426 h 108838"/>
                  <a:gd name="connsiteX1" fmla="*/ 70167 w 86296"/>
                  <a:gd name="connsiteY1" fmla="*/ 90805 h 108838"/>
                  <a:gd name="connsiteX2" fmla="*/ 36385 w 86296"/>
                  <a:gd name="connsiteY2" fmla="*/ 108839 h 108838"/>
                  <a:gd name="connsiteX3" fmla="*/ 18796 w 86296"/>
                  <a:gd name="connsiteY3" fmla="*/ 105219 h 108838"/>
                  <a:gd name="connsiteX4" fmla="*/ 6667 w 86296"/>
                  <a:gd name="connsiteY4" fmla="*/ 96139 h 108838"/>
                  <a:gd name="connsiteX5" fmla="*/ 1079 w 86296"/>
                  <a:gd name="connsiteY5" fmla="*/ 82740 h 108838"/>
                  <a:gd name="connsiteX6" fmla="*/ 0 w 86296"/>
                  <a:gd name="connsiteY6" fmla="*/ 65913 h 108838"/>
                  <a:gd name="connsiteX7" fmla="*/ 0 w 86296"/>
                  <a:gd name="connsiteY7" fmla="*/ 0 h 108838"/>
                  <a:gd name="connsiteX8" fmla="*/ 18034 w 86296"/>
                  <a:gd name="connsiteY8" fmla="*/ 0 h 108838"/>
                  <a:gd name="connsiteX9" fmla="*/ 18034 w 86296"/>
                  <a:gd name="connsiteY9" fmla="*/ 58991 h 108838"/>
                  <a:gd name="connsiteX10" fmla="*/ 19113 w 86296"/>
                  <a:gd name="connsiteY10" fmla="*/ 78041 h 108838"/>
                  <a:gd name="connsiteX11" fmla="*/ 26352 w 86296"/>
                  <a:gd name="connsiteY11" fmla="*/ 89217 h 108838"/>
                  <a:gd name="connsiteX12" fmla="*/ 39941 w 86296"/>
                  <a:gd name="connsiteY12" fmla="*/ 93282 h 108838"/>
                  <a:gd name="connsiteX13" fmla="*/ 55181 w 86296"/>
                  <a:gd name="connsiteY13" fmla="*/ 89090 h 108838"/>
                  <a:gd name="connsiteX14" fmla="*/ 65278 w 86296"/>
                  <a:gd name="connsiteY14" fmla="*/ 77788 h 108838"/>
                  <a:gd name="connsiteX15" fmla="*/ 68263 w 86296"/>
                  <a:gd name="connsiteY15" fmla="*/ 57023 h 108838"/>
                  <a:gd name="connsiteX16" fmla="*/ 68263 w 86296"/>
                  <a:gd name="connsiteY16" fmla="*/ 0 h 108838"/>
                  <a:gd name="connsiteX17" fmla="*/ 86296 w 86296"/>
                  <a:gd name="connsiteY17" fmla="*/ 0 h 108838"/>
                  <a:gd name="connsiteX18" fmla="*/ 86296 w 86296"/>
                  <a:gd name="connsiteY18" fmla="*/ 106363 h 108838"/>
                  <a:gd name="connsiteX19" fmla="*/ 70167 w 86296"/>
                  <a:gd name="connsiteY19" fmla="*/ 106363 h 10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6296" h="108838">
                    <a:moveTo>
                      <a:pt x="70167" y="106426"/>
                    </a:moveTo>
                    <a:lnTo>
                      <a:pt x="70167" y="90805"/>
                    </a:lnTo>
                    <a:cubicBezTo>
                      <a:pt x="61913" y="102807"/>
                      <a:pt x="50610" y="108839"/>
                      <a:pt x="36385" y="108839"/>
                    </a:cubicBezTo>
                    <a:cubicBezTo>
                      <a:pt x="30099" y="108839"/>
                      <a:pt x="24257" y="107632"/>
                      <a:pt x="18796" y="105219"/>
                    </a:cubicBezTo>
                    <a:cubicBezTo>
                      <a:pt x="13335" y="102807"/>
                      <a:pt x="9335" y="99822"/>
                      <a:pt x="6667" y="96139"/>
                    </a:cubicBezTo>
                    <a:cubicBezTo>
                      <a:pt x="4000" y="92519"/>
                      <a:pt x="2159" y="88011"/>
                      <a:pt x="1079" y="82740"/>
                    </a:cubicBezTo>
                    <a:cubicBezTo>
                      <a:pt x="317" y="79184"/>
                      <a:pt x="0" y="73596"/>
                      <a:pt x="0" y="65913"/>
                    </a:cubicBezTo>
                    <a:lnTo>
                      <a:pt x="0" y="0"/>
                    </a:lnTo>
                    <a:lnTo>
                      <a:pt x="18034" y="0"/>
                    </a:lnTo>
                    <a:lnTo>
                      <a:pt x="18034" y="58991"/>
                    </a:lnTo>
                    <a:cubicBezTo>
                      <a:pt x="18034" y="68389"/>
                      <a:pt x="18415" y="74739"/>
                      <a:pt x="19113" y="78041"/>
                    </a:cubicBezTo>
                    <a:cubicBezTo>
                      <a:pt x="20256" y="82804"/>
                      <a:pt x="22669" y="86487"/>
                      <a:pt x="26352" y="89217"/>
                    </a:cubicBezTo>
                    <a:cubicBezTo>
                      <a:pt x="30035" y="91948"/>
                      <a:pt x="34544" y="93282"/>
                      <a:pt x="39941" y="93282"/>
                    </a:cubicBezTo>
                    <a:cubicBezTo>
                      <a:pt x="45339" y="93282"/>
                      <a:pt x="50419" y="91884"/>
                      <a:pt x="55181" y="89090"/>
                    </a:cubicBezTo>
                    <a:cubicBezTo>
                      <a:pt x="59944" y="86296"/>
                      <a:pt x="63246" y="82550"/>
                      <a:pt x="65278" y="77788"/>
                    </a:cubicBezTo>
                    <a:cubicBezTo>
                      <a:pt x="67246" y="73025"/>
                      <a:pt x="68263" y="66103"/>
                      <a:pt x="68263" y="57023"/>
                    </a:cubicBezTo>
                    <a:lnTo>
                      <a:pt x="68263" y="0"/>
                    </a:lnTo>
                    <a:lnTo>
                      <a:pt x="86296" y="0"/>
                    </a:lnTo>
                    <a:lnTo>
                      <a:pt x="86296" y="106363"/>
                    </a:lnTo>
                    <a:lnTo>
                      <a:pt x="70167" y="106363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328F7CC7-3DBA-82B9-D894-BD24E0D6272F}"/>
                  </a:ext>
                </a:extLst>
              </p:cNvPr>
              <p:cNvSpPr/>
              <p:nvPr/>
            </p:nvSpPr>
            <p:spPr>
              <a:xfrm>
                <a:off x="6232271" y="4035615"/>
                <a:ext cx="144081" cy="108775"/>
              </a:xfrm>
              <a:custGeom>
                <a:avLst/>
                <a:gdLst>
                  <a:gd name="connsiteX0" fmla="*/ 0 w 144081"/>
                  <a:gd name="connsiteY0" fmla="*/ 108775 h 108775"/>
                  <a:gd name="connsiteX1" fmla="*/ 0 w 144081"/>
                  <a:gd name="connsiteY1" fmla="*/ 2413 h 108775"/>
                  <a:gd name="connsiteX2" fmla="*/ 16129 w 144081"/>
                  <a:gd name="connsiteY2" fmla="*/ 2413 h 108775"/>
                  <a:gd name="connsiteX3" fmla="*/ 16129 w 144081"/>
                  <a:gd name="connsiteY3" fmla="*/ 17335 h 108775"/>
                  <a:gd name="connsiteX4" fmla="*/ 29464 w 144081"/>
                  <a:gd name="connsiteY4" fmla="*/ 4763 h 108775"/>
                  <a:gd name="connsiteX5" fmla="*/ 48387 w 144081"/>
                  <a:gd name="connsiteY5" fmla="*/ 0 h 108775"/>
                  <a:gd name="connsiteX6" fmla="*/ 67754 w 144081"/>
                  <a:gd name="connsiteY6" fmla="*/ 4889 h 108775"/>
                  <a:gd name="connsiteX7" fmla="*/ 78422 w 144081"/>
                  <a:gd name="connsiteY7" fmla="*/ 18605 h 108775"/>
                  <a:gd name="connsiteX8" fmla="*/ 111252 w 144081"/>
                  <a:gd name="connsiteY8" fmla="*/ 0 h 108775"/>
                  <a:gd name="connsiteX9" fmla="*/ 135572 w 144081"/>
                  <a:gd name="connsiteY9" fmla="*/ 8763 h 108775"/>
                  <a:gd name="connsiteX10" fmla="*/ 144082 w 144081"/>
                  <a:gd name="connsiteY10" fmla="*/ 35750 h 108775"/>
                  <a:gd name="connsiteX11" fmla="*/ 144082 w 144081"/>
                  <a:gd name="connsiteY11" fmla="*/ 108775 h 108775"/>
                  <a:gd name="connsiteX12" fmla="*/ 126174 w 144081"/>
                  <a:gd name="connsiteY12" fmla="*/ 108775 h 108775"/>
                  <a:gd name="connsiteX13" fmla="*/ 126174 w 144081"/>
                  <a:gd name="connsiteY13" fmla="*/ 41783 h 108775"/>
                  <a:gd name="connsiteX14" fmla="*/ 124396 w 144081"/>
                  <a:gd name="connsiteY14" fmla="*/ 26225 h 108775"/>
                  <a:gd name="connsiteX15" fmla="*/ 118046 w 144081"/>
                  <a:gd name="connsiteY15" fmla="*/ 18542 h 108775"/>
                  <a:gd name="connsiteX16" fmla="*/ 107251 w 144081"/>
                  <a:gd name="connsiteY16" fmla="*/ 15621 h 108775"/>
                  <a:gd name="connsiteX17" fmla="*/ 88646 w 144081"/>
                  <a:gd name="connsiteY17" fmla="*/ 23114 h 108775"/>
                  <a:gd name="connsiteX18" fmla="*/ 81216 w 144081"/>
                  <a:gd name="connsiteY18" fmla="*/ 46990 h 108775"/>
                  <a:gd name="connsiteX19" fmla="*/ 81216 w 144081"/>
                  <a:gd name="connsiteY19" fmla="*/ 108775 h 108775"/>
                  <a:gd name="connsiteX20" fmla="*/ 63182 w 144081"/>
                  <a:gd name="connsiteY20" fmla="*/ 108775 h 108775"/>
                  <a:gd name="connsiteX21" fmla="*/ 63182 w 144081"/>
                  <a:gd name="connsiteY21" fmla="*/ 39688 h 108775"/>
                  <a:gd name="connsiteX22" fmla="*/ 58801 w 144081"/>
                  <a:gd name="connsiteY22" fmla="*/ 21653 h 108775"/>
                  <a:gd name="connsiteX23" fmla="*/ 44386 w 144081"/>
                  <a:gd name="connsiteY23" fmla="*/ 15621 h 108775"/>
                  <a:gd name="connsiteX24" fmla="*/ 30289 w 144081"/>
                  <a:gd name="connsiteY24" fmla="*/ 19621 h 108775"/>
                  <a:gd name="connsiteX25" fmla="*/ 20955 w 144081"/>
                  <a:gd name="connsiteY25" fmla="*/ 31305 h 108775"/>
                  <a:gd name="connsiteX26" fmla="*/ 18034 w 144081"/>
                  <a:gd name="connsiteY26" fmla="*/ 53530 h 108775"/>
                  <a:gd name="connsiteX27" fmla="*/ 18034 w 144081"/>
                  <a:gd name="connsiteY27" fmla="*/ 108712 h 108775"/>
                  <a:gd name="connsiteX28" fmla="*/ 0 w 144081"/>
                  <a:gd name="connsiteY28" fmla="*/ 108712 h 108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44081" h="108775">
                    <a:moveTo>
                      <a:pt x="0" y="108775"/>
                    </a:moveTo>
                    <a:lnTo>
                      <a:pt x="0" y="2413"/>
                    </a:lnTo>
                    <a:lnTo>
                      <a:pt x="16129" y="2413"/>
                    </a:lnTo>
                    <a:lnTo>
                      <a:pt x="16129" y="17335"/>
                    </a:lnTo>
                    <a:cubicBezTo>
                      <a:pt x="19495" y="12128"/>
                      <a:pt x="23939" y="7938"/>
                      <a:pt x="29464" y="4763"/>
                    </a:cubicBezTo>
                    <a:cubicBezTo>
                      <a:pt x="34988" y="1588"/>
                      <a:pt x="41338" y="0"/>
                      <a:pt x="48387" y="0"/>
                    </a:cubicBezTo>
                    <a:cubicBezTo>
                      <a:pt x="56261" y="0"/>
                      <a:pt x="62738" y="1651"/>
                      <a:pt x="67754" y="4889"/>
                    </a:cubicBezTo>
                    <a:cubicBezTo>
                      <a:pt x="72771" y="8191"/>
                      <a:pt x="76327" y="12763"/>
                      <a:pt x="78422" y="18605"/>
                    </a:cubicBezTo>
                    <a:cubicBezTo>
                      <a:pt x="86804" y="6159"/>
                      <a:pt x="97790" y="0"/>
                      <a:pt x="111252" y="0"/>
                    </a:cubicBezTo>
                    <a:cubicBezTo>
                      <a:pt x="121793" y="0"/>
                      <a:pt x="129921" y="2921"/>
                      <a:pt x="135572" y="8763"/>
                    </a:cubicBezTo>
                    <a:cubicBezTo>
                      <a:pt x="141224" y="14605"/>
                      <a:pt x="144082" y="23622"/>
                      <a:pt x="144082" y="35750"/>
                    </a:cubicBezTo>
                    <a:lnTo>
                      <a:pt x="144082" y="108775"/>
                    </a:lnTo>
                    <a:lnTo>
                      <a:pt x="126174" y="108775"/>
                    </a:lnTo>
                    <a:lnTo>
                      <a:pt x="126174" y="41783"/>
                    </a:lnTo>
                    <a:cubicBezTo>
                      <a:pt x="126174" y="34544"/>
                      <a:pt x="125603" y="29400"/>
                      <a:pt x="124396" y="26225"/>
                    </a:cubicBezTo>
                    <a:cubicBezTo>
                      <a:pt x="123253" y="23050"/>
                      <a:pt x="121095" y="20510"/>
                      <a:pt x="118046" y="18542"/>
                    </a:cubicBezTo>
                    <a:cubicBezTo>
                      <a:pt x="114998" y="16637"/>
                      <a:pt x="111379" y="15621"/>
                      <a:pt x="107251" y="15621"/>
                    </a:cubicBezTo>
                    <a:cubicBezTo>
                      <a:pt x="99758" y="15621"/>
                      <a:pt x="93535" y="18097"/>
                      <a:pt x="88646" y="23114"/>
                    </a:cubicBezTo>
                    <a:cubicBezTo>
                      <a:pt x="83693" y="28067"/>
                      <a:pt x="81216" y="36068"/>
                      <a:pt x="81216" y="46990"/>
                    </a:cubicBezTo>
                    <a:lnTo>
                      <a:pt x="81216" y="108775"/>
                    </a:lnTo>
                    <a:lnTo>
                      <a:pt x="63182" y="108775"/>
                    </a:lnTo>
                    <a:lnTo>
                      <a:pt x="63182" y="39688"/>
                    </a:lnTo>
                    <a:cubicBezTo>
                      <a:pt x="63182" y="31686"/>
                      <a:pt x="61722" y="25654"/>
                      <a:pt x="58801" y="21653"/>
                    </a:cubicBezTo>
                    <a:cubicBezTo>
                      <a:pt x="55880" y="17653"/>
                      <a:pt x="51054" y="15621"/>
                      <a:pt x="44386" y="15621"/>
                    </a:cubicBezTo>
                    <a:cubicBezTo>
                      <a:pt x="39307" y="15621"/>
                      <a:pt x="34607" y="16954"/>
                      <a:pt x="30289" y="19621"/>
                    </a:cubicBezTo>
                    <a:cubicBezTo>
                      <a:pt x="25971" y="22288"/>
                      <a:pt x="22860" y="26225"/>
                      <a:pt x="20955" y="31305"/>
                    </a:cubicBezTo>
                    <a:cubicBezTo>
                      <a:pt x="18986" y="36449"/>
                      <a:pt x="18034" y="43878"/>
                      <a:pt x="18034" y="53530"/>
                    </a:cubicBezTo>
                    <a:lnTo>
                      <a:pt x="18034" y="108712"/>
                    </a:lnTo>
                    <a:lnTo>
                      <a:pt x="0" y="1087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FEAD2FC-1BB0-69C5-1AB2-19008E6427FC}"/>
                  </a:ext>
                </a:extLst>
              </p:cNvPr>
              <p:cNvSpPr/>
              <p:nvPr/>
            </p:nvSpPr>
            <p:spPr>
              <a:xfrm>
                <a:off x="6397053" y="4035552"/>
                <a:ext cx="97980" cy="111188"/>
              </a:xfrm>
              <a:custGeom>
                <a:avLst/>
                <a:gdLst>
                  <a:gd name="connsiteX0" fmla="*/ 75502 w 97980"/>
                  <a:gd name="connsiteY0" fmla="*/ 95695 h 111188"/>
                  <a:gd name="connsiteX1" fmla="*/ 56198 w 97980"/>
                  <a:gd name="connsiteY1" fmla="*/ 107696 h 111188"/>
                  <a:gd name="connsiteX2" fmla="*/ 36322 w 97980"/>
                  <a:gd name="connsiteY2" fmla="*/ 111189 h 111188"/>
                  <a:gd name="connsiteX3" fmla="*/ 9398 w 97980"/>
                  <a:gd name="connsiteY3" fmla="*/ 102616 h 111188"/>
                  <a:gd name="connsiteX4" fmla="*/ 0 w 97980"/>
                  <a:gd name="connsiteY4" fmla="*/ 80708 h 111188"/>
                  <a:gd name="connsiteX5" fmla="*/ 3556 w 97980"/>
                  <a:gd name="connsiteY5" fmla="*/ 66421 h 111188"/>
                  <a:gd name="connsiteX6" fmla="*/ 12891 w 97980"/>
                  <a:gd name="connsiteY6" fmla="*/ 56070 h 111188"/>
                  <a:gd name="connsiteX7" fmla="*/ 25845 w 97980"/>
                  <a:gd name="connsiteY7" fmla="*/ 50165 h 111188"/>
                  <a:gd name="connsiteX8" fmla="*/ 41847 w 97980"/>
                  <a:gd name="connsiteY8" fmla="*/ 47498 h 111188"/>
                  <a:gd name="connsiteX9" fmla="*/ 73978 w 97980"/>
                  <a:gd name="connsiteY9" fmla="*/ 41275 h 111188"/>
                  <a:gd name="connsiteX10" fmla="*/ 74105 w 97980"/>
                  <a:gd name="connsiteY10" fmla="*/ 36576 h 111188"/>
                  <a:gd name="connsiteX11" fmla="*/ 69025 w 97980"/>
                  <a:gd name="connsiteY11" fmla="*/ 21082 h 111188"/>
                  <a:gd name="connsiteX12" fmla="*/ 48514 w 97980"/>
                  <a:gd name="connsiteY12" fmla="*/ 14986 h 111188"/>
                  <a:gd name="connsiteX13" fmla="*/ 29718 w 97980"/>
                  <a:gd name="connsiteY13" fmla="*/ 19431 h 111188"/>
                  <a:gd name="connsiteX14" fmla="*/ 20765 w 97980"/>
                  <a:gd name="connsiteY14" fmla="*/ 35179 h 111188"/>
                  <a:gd name="connsiteX15" fmla="*/ 3112 w 97980"/>
                  <a:gd name="connsiteY15" fmla="*/ 32766 h 111188"/>
                  <a:gd name="connsiteX16" fmla="*/ 11049 w 97980"/>
                  <a:gd name="connsiteY16" fmla="*/ 14478 h 111188"/>
                  <a:gd name="connsiteX17" fmla="*/ 26988 w 97980"/>
                  <a:gd name="connsiteY17" fmla="*/ 3746 h 111188"/>
                  <a:gd name="connsiteX18" fmla="*/ 51118 w 97980"/>
                  <a:gd name="connsiteY18" fmla="*/ 0 h 111188"/>
                  <a:gd name="connsiteX19" fmla="*/ 73279 w 97980"/>
                  <a:gd name="connsiteY19" fmla="*/ 3175 h 111188"/>
                  <a:gd name="connsiteX20" fmla="*/ 85789 w 97980"/>
                  <a:gd name="connsiteY20" fmla="*/ 11239 h 111188"/>
                  <a:gd name="connsiteX21" fmla="*/ 91377 w 97980"/>
                  <a:gd name="connsiteY21" fmla="*/ 23495 h 111188"/>
                  <a:gd name="connsiteX22" fmla="*/ 92266 w 97980"/>
                  <a:gd name="connsiteY22" fmla="*/ 40132 h 111188"/>
                  <a:gd name="connsiteX23" fmla="*/ 92266 w 97980"/>
                  <a:gd name="connsiteY23" fmla="*/ 64198 h 111188"/>
                  <a:gd name="connsiteX24" fmla="*/ 93409 w 97980"/>
                  <a:gd name="connsiteY24" fmla="*/ 96012 h 111188"/>
                  <a:gd name="connsiteX25" fmla="*/ 97981 w 97980"/>
                  <a:gd name="connsiteY25" fmla="*/ 108776 h 111188"/>
                  <a:gd name="connsiteX26" fmla="*/ 79121 w 97980"/>
                  <a:gd name="connsiteY26" fmla="*/ 108776 h 111188"/>
                  <a:gd name="connsiteX27" fmla="*/ 75502 w 97980"/>
                  <a:gd name="connsiteY27" fmla="*/ 95631 h 111188"/>
                  <a:gd name="connsiteX28" fmla="*/ 73978 w 97980"/>
                  <a:gd name="connsiteY28" fmla="*/ 55435 h 111188"/>
                  <a:gd name="connsiteX29" fmla="*/ 44514 w 97980"/>
                  <a:gd name="connsiteY29" fmla="*/ 62230 h 111188"/>
                  <a:gd name="connsiteX30" fmla="*/ 28766 w 97980"/>
                  <a:gd name="connsiteY30" fmla="*/ 65849 h 111188"/>
                  <a:gd name="connsiteX31" fmla="*/ 21654 w 97980"/>
                  <a:gd name="connsiteY31" fmla="*/ 71691 h 111188"/>
                  <a:gd name="connsiteX32" fmla="*/ 19177 w 97980"/>
                  <a:gd name="connsiteY32" fmla="*/ 80264 h 111188"/>
                  <a:gd name="connsiteX33" fmla="*/ 24638 w 97980"/>
                  <a:gd name="connsiteY33" fmla="*/ 92265 h 111188"/>
                  <a:gd name="connsiteX34" fmla="*/ 40640 w 97980"/>
                  <a:gd name="connsiteY34" fmla="*/ 97091 h 111188"/>
                  <a:gd name="connsiteX35" fmla="*/ 59182 w 97980"/>
                  <a:gd name="connsiteY35" fmla="*/ 92520 h 111188"/>
                  <a:gd name="connsiteX36" fmla="*/ 71120 w 97980"/>
                  <a:gd name="connsiteY36" fmla="*/ 80073 h 111188"/>
                  <a:gd name="connsiteX37" fmla="*/ 74041 w 97980"/>
                  <a:gd name="connsiteY37" fmla="*/ 62039 h 111188"/>
                  <a:gd name="connsiteX38" fmla="*/ 74041 w 97980"/>
                  <a:gd name="connsiteY38" fmla="*/ 55435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980" h="111188">
                    <a:moveTo>
                      <a:pt x="75502" y="95695"/>
                    </a:moveTo>
                    <a:cubicBezTo>
                      <a:pt x="68834" y="101346"/>
                      <a:pt x="62421" y="105346"/>
                      <a:pt x="56198" y="107696"/>
                    </a:cubicBezTo>
                    <a:cubicBezTo>
                      <a:pt x="50038" y="110045"/>
                      <a:pt x="43371" y="111189"/>
                      <a:pt x="36322" y="111189"/>
                    </a:cubicBezTo>
                    <a:cubicBezTo>
                      <a:pt x="24638" y="111189"/>
                      <a:pt x="15685" y="108331"/>
                      <a:pt x="9398" y="102616"/>
                    </a:cubicBezTo>
                    <a:cubicBezTo>
                      <a:pt x="3112" y="96901"/>
                      <a:pt x="0" y="89598"/>
                      <a:pt x="0" y="80708"/>
                    </a:cubicBezTo>
                    <a:cubicBezTo>
                      <a:pt x="0" y="75501"/>
                      <a:pt x="1207" y="70739"/>
                      <a:pt x="3556" y="66421"/>
                    </a:cubicBezTo>
                    <a:cubicBezTo>
                      <a:pt x="5906" y="62103"/>
                      <a:pt x="9017" y="58674"/>
                      <a:pt x="12891" y="56070"/>
                    </a:cubicBezTo>
                    <a:cubicBezTo>
                      <a:pt x="16701" y="53467"/>
                      <a:pt x="21082" y="51498"/>
                      <a:pt x="25845" y="50165"/>
                    </a:cubicBezTo>
                    <a:cubicBezTo>
                      <a:pt x="29401" y="49213"/>
                      <a:pt x="34735" y="48323"/>
                      <a:pt x="41847" y="47498"/>
                    </a:cubicBezTo>
                    <a:cubicBezTo>
                      <a:pt x="56388" y="45783"/>
                      <a:pt x="67120" y="43688"/>
                      <a:pt x="73978" y="41275"/>
                    </a:cubicBezTo>
                    <a:cubicBezTo>
                      <a:pt x="74041" y="38798"/>
                      <a:pt x="74105" y="37211"/>
                      <a:pt x="74105" y="36576"/>
                    </a:cubicBezTo>
                    <a:cubicBezTo>
                      <a:pt x="74105" y="29210"/>
                      <a:pt x="72390" y="24066"/>
                      <a:pt x="69025" y="21082"/>
                    </a:cubicBezTo>
                    <a:cubicBezTo>
                      <a:pt x="64389" y="17018"/>
                      <a:pt x="57595" y="14986"/>
                      <a:pt x="48514" y="14986"/>
                    </a:cubicBezTo>
                    <a:cubicBezTo>
                      <a:pt x="40005" y="14986"/>
                      <a:pt x="33782" y="16446"/>
                      <a:pt x="29718" y="19431"/>
                    </a:cubicBezTo>
                    <a:cubicBezTo>
                      <a:pt x="25654" y="22415"/>
                      <a:pt x="22670" y="27686"/>
                      <a:pt x="20765" y="35179"/>
                    </a:cubicBezTo>
                    <a:lnTo>
                      <a:pt x="3112" y="32766"/>
                    </a:lnTo>
                    <a:cubicBezTo>
                      <a:pt x="4699" y="25209"/>
                      <a:pt x="7366" y="19114"/>
                      <a:pt x="11049" y="14478"/>
                    </a:cubicBezTo>
                    <a:cubicBezTo>
                      <a:pt x="14732" y="9842"/>
                      <a:pt x="20003" y="6286"/>
                      <a:pt x="26988" y="3746"/>
                    </a:cubicBezTo>
                    <a:cubicBezTo>
                      <a:pt x="33909" y="1207"/>
                      <a:pt x="41974" y="0"/>
                      <a:pt x="51118" y="0"/>
                    </a:cubicBezTo>
                    <a:cubicBezTo>
                      <a:pt x="60262" y="0"/>
                      <a:pt x="67564" y="1079"/>
                      <a:pt x="73279" y="3175"/>
                    </a:cubicBezTo>
                    <a:cubicBezTo>
                      <a:pt x="78931" y="5334"/>
                      <a:pt x="83122" y="8001"/>
                      <a:pt x="85789" y="11239"/>
                    </a:cubicBezTo>
                    <a:cubicBezTo>
                      <a:pt x="88456" y="14478"/>
                      <a:pt x="90361" y="18605"/>
                      <a:pt x="91377" y="23495"/>
                    </a:cubicBezTo>
                    <a:cubicBezTo>
                      <a:pt x="91948" y="26543"/>
                      <a:pt x="92266" y="32131"/>
                      <a:pt x="92266" y="40132"/>
                    </a:cubicBezTo>
                    <a:lnTo>
                      <a:pt x="92266" y="64198"/>
                    </a:lnTo>
                    <a:cubicBezTo>
                      <a:pt x="92266" y="80963"/>
                      <a:pt x="92647" y="91567"/>
                      <a:pt x="93409" y="96012"/>
                    </a:cubicBezTo>
                    <a:cubicBezTo>
                      <a:pt x="94171" y="100457"/>
                      <a:pt x="95695" y="104711"/>
                      <a:pt x="97981" y="108776"/>
                    </a:cubicBezTo>
                    <a:lnTo>
                      <a:pt x="79121" y="108776"/>
                    </a:lnTo>
                    <a:cubicBezTo>
                      <a:pt x="77280" y="105029"/>
                      <a:pt x="76073" y="100647"/>
                      <a:pt x="75502" y="95631"/>
                    </a:cubicBezTo>
                    <a:close/>
                    <a:moveTo>
                      <a:pt x="73978" y="55435"/>
                    </a:moveTo>
                    <a:cubicBezTo>
                      <a:pt x="67437" y="58102"/>
                      <a:pt x="57595" y="60389"/>
                      <a:pt x="44514" y="62230"/>
                    </a:cubicBezTo>
                    <a:cubicBezTo>
                      <a:pt x="37084" y="63309"/>
                      <a:pt x="31877" y="64516"/>
                      <a:pt x="28766" y="65849"/>
                    </a:cubicBezTo>
                    <a:cubicBezTo>
                      <a:pt x="25718" y="67183"/>
                      <a:pt x="23305" y="69151"/>
                      <a:pt x="21654" y="71691"/>
                    </a:cubicBezTo>
                    <a:cubicBezTo>
                      <a:pt x="20003" y="74232"/>
                      <a:pt x="19177" y="77089"/>
                      <a:pt x="19177" y="80264"/>
                    </a:cubicBezTo>
                    <a:cubicBezTo>
                      <a:pt x="19177" y="85090"/>
                      <a:pt x="21018" y="89090"/>
                      <a:pt x="24638" y="92265"/>
                    </a:cubicBezTo>
                    <a:cubicBezTo>
                      <a:pt x="28258" y="95440"/>
                      <a:pt x="33592" y="97091"/>
                      <a:pt x="40640" y="97091"/>
                    </a:cubicBezTo>
                    <a:cubicBezTo>
                      <a:pt x="47689" y="97091"/>
                      <a:pt x="53785" y="95567"/>
                      <a:pt x="59182" y="92520"/>
                    </a:cubicBezTo>
                    <a:cubicBezTo>
                      <a:pt x="64580" y="89471"/>
                      <a:pt x="68580" y="85344"/>
                      <a:pt x="71120" y="80073"/>
                    </a:cubicBezTo>
                    <a:cubicBezTo>
                      <a:pt x="73089" y="76009"/>
                      <a:pt x="74041" y="69977"/>
                      <a:pt x="74041" y="62039"/>
                    </a:cubicBezTo>
                    <a:lnTo>
                      <a:pt x="74041" y="5543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10834D5-47AA-C13B-AADA-78BF310C8A22}"/>
                  </a:ext>
                </a:extLst>
              </p:cNvPr>
              <p:cNvSpPr/>
              <p:nvPr/>
            </p:nvSpPr>
            <p:spPr>
              <a:xfrm>
                <a:off x="6517195" y="4035615"/>
                <a:ext cx="86486" cy="108838"/>
              </a:xfrm>
              <a:custGeom>
                <a:avLst/>
                <a:gdLst>
                  <a:gd name="connsiteX0" fmla="*/ 64 w 86486"/>
                  <a:gd name="connsiteY0" fmla="*/ 108775 h 108838"/>
                  <a:gd name="connsiteX1" fmla="*/ 64 w 86486"/>
                  <a:gd name="connsiteY1" fmla="*/ 2413 h 108838"/>
                  <a:gd name="connsiteX2" fmla="*/ 16320 w 86486"/>
                  <a:gd name="connsiteY2" fmla="*/ 2413 h 108838"/>
                  <a:gd name="connsiteX3" fmla="*/ 16320 w 86486"/>
                  <a:gd name="connsiteY3" fmla="*/ 17526 h 108838"/>
                  <a:gd name="connsiteX4" fmla="*/ 50165 w 86486"/>
                  <a:gd name="connsiteY4" fmla="*/ 0 h 108838"/>
                  <a:gd name="connsiteX5" fmla="*/ 67818 w 86486"/>
                  <a:gd name="connsiteY5" fmla="*/ 3429 h 108838"/>
                  <a:gd name="connsiteX6" fmla="*/ 79883 w 86486"/>
                  <a:gd name="connsiteY6" fmla="*/ 12509 h 108838"/>
                  <a:gd name="connsiteX7" fmla="*/ 85471 w 86486"/>
                  <a:gd name="connsiteY7" fmla="*/ 25844 h 108838"/>
                  <a:gd name="connsiteX8" fmla="*/ 86487 w 86486"/>
                  <a:gd name="connsiteY8" fmla="*/ 43370 h 108838"/>
                  <a:gd name="connsiteX9" fmla="*/ 86487 w 86486"/>
                  <a:gd name="connsiteY9" fmla="*/ 108775 h 108838"/>
                  <a:gd name="connsiteX10" fmla="*/ 68453 w 86486"/>
                  <a:gd name="connsiteY10" fmla="*/ 108775 h 108838"/>
                  <a:gd name="connsiteX11" fmla="*/ 68453 w 86486"/>
                  <a:gd name="connsiteY11" fmla="*/ 44069 h 108838"/>
                  <a:gd name="connsiteX12" fmla="*/ 66358 w 86486"/>
                  <a:gd name="connsiteY12" fmla="*/ 27622 h 108838"/>
                  <a:gd name="connsiteX13" fmla="*/ 58864 w 86486"/>
                  <a:gd name="connsiteY13" fmla="*/ 18923 h 108838"/>
                  <a:gd name="connsiteX14" fmla="*/ 46291 w 86486"/>
                  <a:gd name="connsiteY14" fmla="*/ 15684 h 108838"/>
                  <a:gd name="connsiteX15" fmla="*/ 26416 w 86486"/>
                  <a:gd name="connsiteY15" fmla="*/ 22987 h 108838"/>
                  <a:gd name="connsiteX16" fmla="*/ 18034 w 86486"/>
                  <a:gd name="connsiteY16" fmla="*/ 50736 h 108838"/>
                  <a:gd name="connsiteX17" fmla="*/ 18034 w 86486"/>
                  <a:gd name="connsiteY17" fmla="*/ 108839 h 108838"/>
                  <a:gd name="connsiteX18" fmla="*/ 0 w 86486"/>
                  <a:gd name="connsiteY18" fmla="*/ 108839 h 10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6486" h="108838">
                    <a:moveTo>
                      <a:pt x="64" y="108775"/>
                    </a:moveTo>
                    <a:lnTo>
                      <a:pt x="64" y="2413"/>
                    </a:lnTo>
                    <a:lnTo>
                      <a:pt x="16320" y="2413"/>
                    </a:lnTo>
                    <a:lnTo>
                      <a:pt x="16320" y="17526"/>
                    </a:lnTo>
                    <a:cubicBezTo>
                      <a:pt x="24130" y="5842"/>
                      <a:pt x="35433" y="0"/>
                      <a:pt x="50165" y="0"/>
                    </a:cubicBezTo>
                    <a:cubicBezTo>
                      <a:pt x="56578" y="0"/>
                      <a:pt x="62484" y="1143"/>
                      <a:pt x="67818" y="3429"/>
                    </a:cubicBezTo>
                    <a:cubicBezTo>
                      <a:pt x="73215" y="5715"/>
                      <a:pt x="77216" y="8763"/>
                      <a:pt x="79883" y="12509"/>
                    </a:cubicBezTo>
                    <a:cubicBezTo>
                      <a:pt x="82550" y="16256"/>
                      <a:pt x="84455" y="20701"/>
                      <a:pt x="85471" y="25844"/>
                    </a:cubicBezTo>
                    <a:cubicBezTo>
                      <a:pt x="86170" y="29210"/>
                      <a:pt x="86487" y="35052"/>
                      <a:pt x="86487" y="43370"/>
                    </a:cubicBezTo>
                    <a:lnTo>
                      <a:pt x="86487" y="108775"/>
                    </a:lnTo>
                    <a:lnTo>
                      <a:pt x="68453" y="108775"/>
                    </a:lnTo>
                    <a:lnTo>
                      <a:pt x="68453" y="44069"/>
                    </a:lnTo>
                    <a:cubicBezTo>
                      <a:pt x="68453" y="36703"/>
                      <a:pt x="67754" y="31242"/>
                      <a:pt x="66358" y="27622"/>
                    </a:cubicBezTo>
                    <a:cubicBezTo>
                      <a:pt x="64960" y="24003"/>
                      <a:pt x="62484" y="21082"/>
                      <a:pt x="58864" y="18923"/>
                    </a:cubicBezTo>
                    <a:cubicBezTo>
                      <a:pt x="55308" y="16764"/>
                      <a:pt x="51117" y="15684"/>
                      <a:pt x="46291" y="15684"/>
                    </a:cubicBezTo>
                    <a:cubicBezTo>
                      <a:pt x="38608" y="15684"/>
                      <a:pt x="32004" y="18097"/>
                      <a:pt x="26416" y="22987"/>
                    </a:cubicBezTo>
                    <a:cubicBezTo>
                      <a:pt x="20828" y="27876"/>
                      <a:pt x="18034" y="37084"/>
                      <a:pt x="18034" y="50736"/>
                    </a:cubicBezTo>
                    <a:lnTo>
                      <a:pt x="18034" y="108839"/>
                    </a:lnTo>
                    <a:lnTo>
                      <a:pt x="0" y="108839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DFF548E0-F157-C8A5-347F-96B14B47AAE8}"/>
                  </a:ext>
                </a:extLst>
              </p:cNvPr>
              <p:cNvSpPr/>
              <p:nvPr/>
            </p:nvSpPr>
            <p:spPr>
              <a:xfrm>
                <a:off x="6685724" y="4047109"/>
                <a:ext cx="50863" cy="50800"/>
              </a:xfrm>
              <a:custGeom>
                <a:avLst/>
                <a:gdLst>
                  <a:gd name="connsiteX0" fmla="*/ 0 w 50863"/>
                  <a:gd name="connsiteY0" fmla="*/ 25336 h 50800"/>
                  <a:gd name="connsiteX1" fmla="*/ 7493 w 50863"/>
                  <a:gd name="connsiteY1" fmla="*/ 7429 h 50800"/>
                  <a:gd name="connsiteX2" fmla="*/ 25400 w 50863"/>
                  <a:gd name="connsiteY2" fmla="*/ 0 h 50800"/>
                  <a:gd name="connsiteX3" fmla="*/ 43371 w 50863"/>
                  <a:gd name="connsiteY3" fmla="*/ 7429 h 50800"/>
                  <a:gd name="connsiteX4" fmla="*/ 50864 w 50863"/>
                  <a:gd name="connsiteY4" fmla="*/ 25336 h 50800"/>
                  <a:gd name="connsiteX5" fmla="*/ 43371 w 50863"/>
                  <a:gd name="connsiteY5" fmla="*/ 43307 h 50800"/>
                  <a:gd name="connsiteX6" fmla="*/ 25400 w 50863"/>
                  <a:gd name="connsiteY6" fmla="*/ 50800 h 50800"/>
                  <a:gd name="connsiteX7" fmla="*/ 7493 w 50863"/>
                  <a:gd name="connsiteY7" fmla="*/ 43307 h 50800"/>
                  <a:gd name="connsiteX8" fmla="*/ 0 w 50863"/>
                  <a:gd name="connsiteY8" fmla="*/ 25336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63" h="50800">
                    <a:moveTo>
                      <a:pt x="0" y="25336"/>
                    </a:moveTo>
                    <a:cubicBezTo>
                      <a:pt x="0" y="18351"/>
                      <a:pt x="2477" y="12382"/>
                      <a:pt x="7493" y="7429"/>
                    </a:cubicBezTo>
                    <a:cubicBezTo>
                      <a:pt x="12446" y="2476"/>
                      <a:pt x="18415" y="0"/>
                      <a:pt x="25400" y="0"/>
                    </a:cubicBezTo>
                    <a:cubicBezTo>
                      <a:pt x="32385" y="0"/>
                      <a:pt x="38417" y="2476"/>
                      <a:pt x="43371" y="7429"/>
                    </a:cubicBezTo>
                    <a:cubicBezTo>
                      <a:pt x="48323" y="12382"/>
                      <a:pt x="50864" y="18351"/>
                      <a:pt x="50864" y="25336"/>
                    </a:cubicBezTo>
                    <a:cubicBezTo>
                      <a:pt x="50864" y="32321"/>
                      <a:pt x="48387" y="38354"/>
                      <a:pt x="43371" y="43307"/>
                    </a:cubicBezTo>
                    <a:cubicBezTo>
                      <a:pt x="38354" y="48260"/>
                      <a:pt x="32385" y="50800"/>
                      <a:pt x="25400" y="50800"/>
                    </a:cubicBezTo>
                    <a:cubicBezTo>
                      <a:pt x="18415" y="50800"/>
                      <a:pt x="12510" y="48323"/>
                      <a:pt x="7493" y="43307"/>
                    </a:cubicBezTo>
                    <a:cubicBezTo>
                      <a:pt x="2540" y="38354"/>
                      <a:pt x="0" y="32321"/>
                      <a:pt x="0" y="253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4895DB2-993C-AA5B-8DDD-4DBA4A78E059}"/>
                  </a:ext>
                </a:extLst>
              </p:cNvPr>
              <p:cNvSpPr/>
              <p:nvPr/>
            </p:nvSpPr>
            <p:spPr>
              <a:xfrm>
                <a:off x="6791896" y="3997578"/>
                <a:ext cx="137477" cy="146811"/>
              </a:xfrm>
              <a:custGeom>
                <a:avLst/>
                <a:gdLst>
                  <a:gd name="connsiteX0" fmla="*/ 63 w 137477"/>
                  <a:gd name="connsiteY0" fmla="*/ 146812 h 146811"/>
                  <a:gd name="connsiteX1" fmla="*/ 56451 w 137477"/>
                  <a:gd name="connsiteY1" fmla="*/ 0 h 146811"/>
                  <a:gd name="connsiteX2" fmla="*/ 77407 w 137477"/>
                  <a:gd name="connsiteY2" fmla="*/ 0 h 146811"/>
                  <a:gd name="connsiteX3" fmla="*/ 137477 w 137477"/>
                  <a:gd name="connsiteY3" fmla="*/ 146812 h 146811"/>
                  <a:gd name="connsiteX4" fmla="*/ 115316 w 137477"/>
                  <a:gd name="connsiteY4" fmla="*/ 146812 h 146811"/>
                  <a:gd name="connsiteX5" fmla="*/ 98171 w 137477"/>
                  <a:gd name="connsiteY5" fmla="*/ 102362 h 146811"/>
                  <a:gd name="connsiteX6" fmla="*/ 36766 w 137477"/>
                  <a:gd name="connsiteY6" fmla="*/ 102362 h 146811"/>
                  <a:gd name="connsiteX7" fmla="*/ 20638 w 137477"/>
                  <a:gd name="connsiteY7" fmla="*/ 146812 h 146811"/>
                  <a:gd name="connsiteX8" fmla="*/ 0 w 137477"/>
                  <a:gd name="connsiteY8" fmla="*/ 146812 h 146811"/>
                  <a:gd name="connsiteX9" fmla="*/ 42482 w 137477"/>
                  <a:gd name="connsiteY9" fmla="*/ 86487 h 146811"/>
                  <a:gd name="connsiteX10" fmla="*/ 92265 w 137477"/>
                  <a:gd name="connsiteY10" fmla="*/ 86487 h 146811"/>
                  <a:gd name="connsiteX11" fmla="*/ 76962 w 137477"/>
                  <a:gd name="connsiteY11" fmla="*/ 45847 h 146811"/>
                  <a:gd name="connsiteX12" fmla="*/ 66548 w 137477"/>
                  <a:gd name="connsiteY12" fmla="*/ 15367 h 146811"/>
                  <a:gd name="connsiteX13" fmla="*/ 58610 w 137477"/>
                  <a:gd name="connsiteY13" fmla="*/ 43434 h 146811"/>
                  <a:gd name="connsiteX14" fmla="*/ 42482 w 137477"/>
                  <a:gd name="connsiteY14" fmla="*/ 86487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37477" h="146811">
                    <a:moveTo>
                      <a:pt x="63" y="146812"/>
                    </a:moveTo>
                    <a:lnTo>
                      <a:pt x="56451" y="0"/>
                    </a:lnTo>
                    <a:lnTo>
                      <a:pt x="77407" y="0"/>
                    </a:lnTo>
                    <a:lnTo>
                      <a:pt x="137477" y="146812"/>
                    </a:lnTo>
                    <a:lnTo>
                      <a:pt x="115316" y="146812"/>
                    </a:lnTo>
                    <a:lnTo>
                      <a:pt x="98171" y="102362"/>
                    </a:lnTo>
                    <a:lnTo>
                      <a:pt x="36766" y="102362"/>
                    </a:lnTo>
                    <a:lnTo>
                      <a:pt x="20638" y="146812"/>
                    </a:lnTo>
                    <a:lnTo>
                      <a:pt x="0" y="146812"/>
                    </a:lnTo>
                    <a:close/>
                    <a:moveTo>
                      <a:pt x="42482" y="86487"/>
                    </a:moveTo>
                    <a:lnTo>
                      <a:pt x="92265" y="86487"/>
                    </a:lnTo>
                    <a:lnTo>
                      <a:pt x="76962" y="45847"/>
                    </a:lnTo>
                    <a:cubicBezTo>
                      <a:pt x="72263" y="33465"/>
                      <a:pt x="68834" y="23368"/>
                      <a:pt x="66548" y="15367"/>
                    </a:cubicBezTo>
                    <a:cubicBezTo>
                      <a:pt x="64707" y="24765"/>
                      <a:pt x="62039" y="34163"/>
                      <a:pt x="58610" y="43434"/>
                    </a:cubicBezTo>
                    <a:lnTo>
                      <a:pt x="42482" y="86487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EB1E9C1C-3DF8-5117-3E8B-8214AD7D08C9}"/>
                  </a:ext>
                </a:extLst>
              </p:cNvPr>
              <p:cNvSpPr/>
              <p:nvPr/>
            </p:nvSpPr>
            <p:spPr>
              <a:xfrm>
                <a:off x="6948233" y="3997578"/>
                <a:ext cx="19430" cy="146811"/>
              </a:xfrm>
              <a:custGeom>
                <a:avLst/>
                <a:gdLst>
                  <a:gd name="connsiteX0" fmla="*/ 0 w 19430"/>
                  <a:gd name="connsiteY0" fmla="*/ 146812 h 146811"/>
                  <a:gd name="connsiteX1" fmla="*/ 0 w 19430"/>
                  <a:gd name="connsiteY1" fmla="*/ 0 h 146811"/>
                  <a:gd name="connsiteX2" fmla="*/ 19431 w 19430"/>
                  <a:gd name="connsiteY2" fmla="*/ 0 h 146811"/>
                  <a:gd name="connsiteX3" fmla="*/ 19431 w 19430"/>
                  <a:gd name="connsiteY3" fmla="*/ 146812 h 146811"/>
                  <a:gd name="connsiteX4" fmla="*/ 0 w 19430"/>
                  <a:gd name="connsiteY4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30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B1A5736C-AF01-1F71-E684-F502CB87E5BA}"/>
                  </a:ext>
                </a:extLst>
              </p:cNvPr>
              <p:cNvSpPr/>
              <p:nvPr/>
            </p:nvSpPr>
            <p:spPr>
              <a:xfrm>
                <a:off x="7054024" y="4047109"/>
                <a:ext cx="50863" cy="50800"/>
              </a:xfrm>
              <a:custGeom>
                <a:avLst/>
                <a:gdLst>
                  <a:gd name="connsiteX0" fmla="*/ 0 w 50863"/>
                  <a:gd name="connsiteY0" fmla="*/ 25336 h 50800"/>
                  <a:gd name="connsiteX1" fmla="*/ 7493 w 50863"/>
                  <a:gd name="connsiteY1" fmla="*/ 7429 h 50800"/>
                  <a:gd name="connsiteX2" fmla="*/ 25400 w 50863"/>
                  <a:gd name="connsiteY2" fmla="*/ 0 h 50800"/>
                  <a:gd name="connsiteX3" fmla="*/ 43371 w 50863"/>
                  <a:gd name="connsiteY3" fmla="*/ 7429 h 50800"/>
                  <a:gd name="connsiteX4" fmla="*/ 50864 w 50863"/>
                  <a:gd name="connsiteY4" fmla="*/ 25336 h 50800"/>
                  <a:gd name="connsiteX5" fmla="*/ 43371 w 50863"/>
                  <a:gd name="connsiteY5" fmla="*/ 43307 h 50800"/>
                  <a:gd name="connsiteX6" fmla="*/ 25400 w 50863"/>
                  <a:gd name="connsiteY6" fmla="*/ 50800 h 50800"/>
                  <a:gd name="connsiteX7" fmla="*/ 7493 w 50863"/>
                  <a:gd name="connsiteY7" fmla="*/ 43307 h 50800"/>
                  <a:gd name="connsiteX8" fmla="*/ 0 w 50863"/>
                  <a:gd name="connsiteY8" fmla="*/ 25336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63" h="50800">
                    <a:moveTo>
                      <a:pt x="0" y="25336"/>
                    </a:moveTo>
                    <a:cubicBezTo>
                      <a:pt x="0" y="18351"/>
                      <a:pt x="2477" y="12382"/>
                      <a:pt x="7493" y="7429"/>
                    </a:cubicBezTo>
                    <a:cubicBezTo>
                      <a:pt x="12446" y="2476"/>
                      <a:pt x="18415" y="0"/>
                      <a:pt x="25400" y="0"/>
                    </a:cubicBezTo>
                    <a:cubicBezTo>
                      <a:pt x="32385" y="0"/>
                      <a:pt x="38417" y="2476"/>
                      <a:pt x="43371" y="7429"/>
                    </a:cubicBezTo>
                    <a:cubicBezTo>
                      <a:pt x="48323" y="12382"/>
                      <a:pt x="50864" y="18351"/>
                      <a:pt x="50864" y="25336"/>
                    </a:cubicBezTo>
                    <a:cubicBezTo>
                      <a:pt x="50864" y="32321"/>
                      <a:pt x="48387" y="38354"/>
                      <a:pt x="43371" y="43307"/>
                    </a:cubicBezTo>
                    <a:cubicBezTo>
                      <a:pt x="38354" y="48260"/>
                      <a:pt x="32385" y="50800"/>
                      <a:pt x="25400" y="50800"/>
                    </a:cubicBezTo>
                    <a:cubicBezTo>
                      <a:pt x="18415" y="50800"/>
                      <a:pt x="12510" y="48323"/>
                      <a:pt x="7493" y="43307"/>
                    </a:cubicBezTo>
                    <a:cubicBezTo>
                      <a:pt x="2540" y="38354"/>
                      <a:pt x="0" y="32321"/>
                      <a:pt x="0" y="253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5D20833-0E99-7867-8B52-6E1A9FB749AE}"/>
                  </a:ext>
                </a:extLst>
              </p:cNvPr>
              <p:cNvSpPr/>
              <p:nvPr/>
            </p:nvSpPr>
            <p:spPr>
              <a:xfrm>
                <a:off x="7191057" y="3997578"/>
                <a:ext cx="19430" cy="146811"/>
              </a:xfrm>
              <a:custGeom>
                <a:avLst/>
                <a:gdLst>
                  <a:gd name="connsiteX0" fmla="*/ 0 w 19430"/>
                  <a:gd name="connsiteY0" fmla="*/ 146812 h 146811"/>
                  <a:gd name="connsiteX1" fmla="*/ 0 w 19430"/>
                  <a:gd name="connsiteY1" fmla="*/ 0 h 146811"/>
                  <a:gd name="connsiteX2" fmla="*/ 19431 w 19430"/>
                  <a:gd name="connsiteY2" fmla="*/ 0 h 146811"/>
                  <a:gd name="connsiteX3" fmla="*/ 19431 w 19430"/>
                  <a:gd name="connsiteY3" fmla="*/ 146812 h 146811"/>
                  <a:gd name="connsiteX4" fmla="*/ 0 w 19430"/>
                  <a:gd name="connsiteY4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30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B5F8C548-DF8A-9344-EBAA-0075A322F261}"/>
                  </a:ext>
                </a:extLst>
              </p:cNvPr>
              <p:cNvSpPr/>
              <p:nvPr/>
            </p:nvSpPr>
            <p:spPr>
              <a:xfrm>
                <a:off x="7242428" y="4035615"/>
                <a:ext cx="144081" cy="108775"/>
              </a:xfrm>
              <a:custGeom>
                <a:avLst/>
                <a:gdLst>
                  <a:gd name="connsiteX0" fmla="*/ 0 w 144081"/>
                  <a:gd name="connsiteY0" fmla="*/ 108775 h 108775"/>
                  <a:gd name="connsiteX1" fmla="*/ 0 w 144081"/>
                  <a:gd name="connsiteY1" fmla="*/ 2413 h 108775"/>
                  <a:gd name="connsiteX2" fmla="*/ 16129 w 144081"/>
                  <a:gd name="connsiteY2" fmla="*/ 2413 h 108775"/>
                  <a:gd name="connsiteX3" fmla="*/ 16129 w 144081"/>
                  <a:gd name="connsiteY3" fmla="*/ 17335 h 108775"/>
                  <a:gd name="connsiteX4" fmla="*/ 29464 w 144081"/>
                  <a:gd name="connsiteY4" fmla="*/ 4763 h 108775"/>
                  <a:gd name="connsiteX5" fmla="*/ 48387 w 144081"/>
                  <a:gd name="connsiteY5" fmla="*/ 0 h 108775"/>
                  <a:gd name="connsiteX6" fmla="*/ 67755 w 144081"/>
                  <a:gd name="connsiteY6" fmla="*/ 4889 h 108775"/>
                  <a:gd name="connsiteX7" fmla="*/ 78423 w 144081"/>
                  <a:gd name="connsiteY7" fmla="*/ 18605 h 108775"/>
                  <a:gd name="connsiteX8" fmla="*/ 111252 w 144081"/>
                  <a:gd name="connsiteY8" fmla="*/ 0 h 108775"/>
                  <a:gd name="connsiteX9" fmla="*/ 135573 w 144081"/>
                  <a:gd name="connsiteY9" fmla="*/ 8763 h 108775"/>
                  <a:gd name="connsiteX10" fmla="*/ 144082 w 144081"/>
                  <a:gd name="connsiteY10" fmla="*/ 35750 h 108775"/>
                  <a:gd name="connsiteX11" fmla="*/ 144082 w 144081"/>
                  <a:gd name="connsiteY11" fmla="*/ 108775 h 108775"/>
                  <a:gd name="connsiteX12" fmla="*/ 126174 w 144081"/>
                  <a:gd name="connsiteY12" fmla="*/ 108775 h 108775"/>
                  <a:gd name="connsiteX13" fmla="*/ 126174 w 144081"/>
                  <a:gd name="connsiteY13" fmla="*/ 41783 h 108775"/>
                  <a:gd name="connsiteX14" fmla="*/ 124397 w 144081"/>
                  <a:gd name="connsiteY14" fmla="*/ 26225 h 108775"/>
                  <a:gd name="connsiteX15" fmla="*/ 118047 w 144081"/>
                  <a:gd name="connsiteY15" fmla="*/ 18542 h 108775"/>
                  <a:gd name="connsiteX16" fmla="*/ 107252 w 144081"/>
                  <a:gd name="connsiteY16" fmla="*/ 15621 h 108775"/>
                  <a:gd name="connsiteX17" fmla="*/ 88646 w 144081"/>
                  <a:gd name="connsiteY17" fmla="*/ 23114 h 108775"/>
                  <a:gd name="connsiteX18" fmla="*/ 81217 w 144081"/>
                  <a:gd name="connsiteY18" fmla="*/ 46990 h 108775"/>
                  <a:gd name="connsiteX19" fmla="*/ 81217 w 144081"/>
                  <a:gd name="connsiteY19" fmla="*/ 108775 h 108775"/>
                  <a:gd name="connsiteX20" fmla="*/ 63183 w 144081"/>
                  <a:gd name="connsiteY20" fmla="*/ 108775 h 108775"/>
                  <a:gd name="connsiteX21" fmla="*/ 63183 w 144081"/>
                  <a:gd name="connsiteY21" fmla="*/ 39688 h 108775"/>
                  <a:gd name="connsiteX22" fmla="*/ 58801 w 144081"/>
                  <a:gd name="connsiteY22" fmla="*/ 21653 h 108775"/>
                  <a:gd name="connsiteX23" fmla="*/ 44387 w 144081"/>
                  <a:gd name="connsiteY23" fmla="*/ 15621 h 108775"/>
                  <a:gd name="connsiteX24" fmla="*/ 30290 w 144081"/>
                  <a:gd name="connsiteY24" fmla="*/ 19621 h 108775"/>
                  <a:gd name="connsiteX25" fmla="*/ 20955 w 144081"/>
                  <a:gd name="connsiteY25" fmla="*/ 31305 h 108775"/>
                  <a:gd name="connsiteX26" fmla="*/ 18034 w 144081"/>
                  <a:gd name="connsiteY26" fmla="*/ 53530 h 108775"/>
                  <a:gd name="connsiteX27" fmla="*/ 18034 w 144081"/>
                  <a:gd name="connsiteY27" fmla="*/ 108712 h 108775"/>
                  <a:gd name="connsiteX28" fmla="*/ 0 w 144081"/>
                  <a:gd name="connsiteY28" fmla="*/ 108712 h 108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44081" h="108775">
                    <a:moveTo>
                      <a:pt x="0" y="108775"/>
                    </a:moveTo>
                    <a:lnTo>
                      <a:pt x="0" y="2413"/>
                    </a:lnTo>
                    <a:lnTo>
                      <a:pt x="16129" y="2413"/>
                    </a:lnTo>
                    <a:lnTo>
                      <a:pt x="16129" y="17335"/>
                    </a:lnTo>
                    <a:cubicBezTo>
                      <a:pt x="19495" y="12128"/>
                      <a:pt x="23940" y="7938"/>
                      <a:pt x="29464" y="4763"/>
                    </a:cubicBezTo>
                    <a:cubicBezTo>
                      <a:pt x="34989" y="1588"/>
                      <a:pt x="41339" y="0"/>
                      <a:pt x="48387" y="0"/>
                    </a:cubicBezTo>
                    <a:cubicBezTo>
                      <a:pt x="56261" y="0"/>
                      <a:pt x="62738" y="1651"/>
                      <a:pt x="67755" y="4889"/>
                    </a:cubicBezTo>
                    <a:cubicBezTo>
                      <a:pt x="72771" y="8191"/>
                      <a:pt x="76327" y="12763"/>
                      <a:pt x="78423" y="18605"/>
                    </a:cubicBezTo>
                    <a:cubicBezTo>
                      <a:pt x="86805" y="6159"/>
                      <a:pt x="97790" y="0"/>
                      <a:pt x="111252" y="0"/>
                    </a:cubicBezTo>
                    <a:cubicBezTo>
                      <a:pt x="121793" y="0"/>
                      <a:pt x="129921" y="2921"/>
                      <a:pt x="135573" y="8763"/>
                    </a:cubicBezTo>
                    <a:cubicBezTo>
                      <a:pt x="141224" y="14605"/>
                      <a:pt x="144082" y="23622"/>
                      <a:pt x="144082" y="35750"/>
                    </a:cubicBezTo>
                    <a:lnTo>
                      <a:pt x="144082" y="108775"/>
                    </a:lnTo>
                    <a:lnTo>
                      <a:pt x="126174" y="108775"/>
                    </a:lnTo>
                    <a:lnTo>
                      <a:pt x="126174" y="41783"/>
                    </a:lnTo>
                    <a:cubicBezTo>
                      <a:pt x="126174" y="34544"/>
                      <a:pt x="125603" y="29400"/>
                      <a:pt x="124397" y="26225"/>
                    </a:cubicBezTo>
                    <a:cubicBezTo>
                      <a:pt x="123254" y="23050"/>
                      <a:pt x="121095" y="20510"/>
                      <a:pt x="118047" y="18542"/>
                    </a:cubicBezTo>
                    <a:cubicBezTo>
                      <a:pt x="114999" y="16637"/>
                      <a:pt x="111379" y="15621"/>
                      <a:pt x="107252" y="15621"/>
                    </a:cubicBezTo>
                    <a:cubicBezTo>
                      <a:pt x="99759" y="15621"/>
                      <a:pt x="93536" y="18097"/>
                      <a:pt x="88646" y="23114"/>
                    </a:cubicBezTo>
                    <a:cubicBezTo>
                      <a:pt x="83693" y="28067"/>
                      <a:pt x="81217" y="36068"/>
                      <a:pt x="81217" y="46990"/>
                    </a:cubicBezTo>
                    <a:lnTo>
                      <a:pt x="81217" y="108775"/>
                    </a:lnTo>
                    <a:lnTo>
                      <a:pt x="63183" y="108775"/>
                    </a:lnTo>
                    <a:lnTo>
                      <a:pt x="63183" y="39688"/>
                    </a:lnTo>
                    <a:cubicBezTo>
                      <a:pt x="63183" y="31686"/>
                      <a:pt x="61722" y="25654"/>
                      <a:pt x="58801" y="21653"/>
                    </a:cubicBezTo>
                    <a:cubicBezTo>
                      <a:pt x="55880" y="17653"/>
                      <a:pt x="51054" y="15621"/>
                      <a:pt x="44387" y="15621"/>
                    </a:cubicBezTo>
                    <a:cubicBezTo>
                      <a:pt x="39307" y="15621"/>
                      <a:pt x="34608" y="16954"/>
                      <a:pt x="30290" y="19621"/>
                    </a:cubicBezTo>
                    <a:cubicBezTo>
                      <a:pt x="25972" y="22288"/>
                      <a:pt x="22860" y="26225"/>
                      <a:pt x="20955" y="31305"/>
                    </a:cubicBezTo>
                    <a:cubicBezTo>
                      <a:pt x="18987" y="36449"/>
                      <a:pt x="18034" y="43878"/>
                      <a:pt x="18034" y="53530"/>
                    </a:cubicBezTo>
                    <a:lnTo>
                      <a:pt x="18034" y="108712"/>
                    </a:lnTo>
                    <a:lnTo>
                      <a:pt x="0" y="1087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B71F98E2-336F-E990-58B5-7EACD2BDDBD5}"/>
                  </a:ext>
                </a:extLst>
              </p:cNvPr>
              <p:cNvSpPr/>
              <p:nvPr/>
            </p:nvSpPr>
            <p:spPr>
              <a:xfrm>
                <a:off x="7413307" y="4035615"/>
                <a:ext cx="92455" cy="149669"/>
              </a:xfrm>
              <a:custGeom>
                <a:avLst/>
                <a:gdLst>
                  <a:gd name="connsiteX0" fmla="*/ 0 w 92455"/>
                  <a:gd name="connsiteY0" fmla="*/ 149542 h 149669"/>
                  <a:gd name="connsiteX1" fmla="*/ 0 w 92455"/>
                  <a:gd name="connsiteY1" fmla="*/ 2413 h 149669"/>
                  <a:gd name="connsiteX2" fmla="*/ 16446 w 92455"/>
                  <a:gd name="connsiteY2" fmla="*/ 2413 h 149669"/>
                  <a:gd name="connsiteX3" fmla="*/ 16446 w 92455"/>
                  <a:gd name="connsiteY3" fmla="*/ 16256 h 149669"/>
                  <a:gd name="connsiteX4" fmla="*/ 29591 w 92455"/>
                  <a:gd name="connsiteY4" fmla="*/ 4064 h 149669"/>
                  <a:gd name="connsiteX5" fmla="*/ 47308 w 92455"/>
                  <a:gd name="connsiteY5" fmla="*/ 0 h 149669"/>
                  <a:gd name="connsiteX6" fmla="*/ 71374 w 92455"/>
                  <a:gd name="connsiteY6" fmla="*/ 6985 h 149669"/>
                  <a:gd name="connsiteX7" fmla="*/ 87122 w 92455"/>
                  <a:gd name="connsiteY7" fmla="*/ 26797 h 149669"/>
                  <a:gd name="connsiteX8" fmla="*/ 92456 w 92455"/>
                  <a:gd name="connsiteY8" fmla="*/ 54800 h 149669"/>
                  <a:gd name="connsiteX9" fmla="*/ 86614 w 92455"/>
                  <a:gd name="connsiteY9" fmla="*/ 84201 h 149669"/>
                  <a:gd name="connsiteX10" fmla="*/ 69596 w 92455"/>
                  <a:gd name="connsiteY10" fmla="*/ 104267 h 149669"/>
                  <a:gd name="connsiteX11" fmla="*/ 46101 w 92455"/>
                  <a:gd name="connsiteY11" fmla="*/ 111252 h 149669"/>
                  <a:gd name="connsiteX12" fmla="*/ 29908 w 92455"/>
                  <a:gd name="connsiteY12" fmla="*/ 107442 h 149669"/>
                  <a:gd name="connsiteX13" fmla="*/ 18161 w 92455"/>
                  <a:gd name="connsiteY13" fmla="*/ 97853 h 149669"/>
                  <a:gd name="connsiteX14" fmla="*/ 18161 w 92455"/>
                  <a:gd name="connsiteY14" fmla="*/ 149669 h 149669"/>
                  <a:gd name="connsiteX15" fmla="*/ 127 w 92455"/>
                  <a:gd name="connsiteY15" fmla="*/ 149669 h 149669"/>
                  <a:gd name="connsiteX16" fmla="*/ 16320 w 92455"/>
                  <a:gd name="connsiteY16" fmla="*/ 56197 h 149669"/>
                  <a:gd name="connsiteX17" fmla="*/ 24638 w 92455"/>
                  <a:gd name="connsiteY17" fmla="*/ 86550 h 149669"/>
                  <a:gd name="connsiteX18" fmla="*/ 44767 w 92455"/>
                  <a:gd name="connsiteY18" fmla="*/ 96393 h 149669"/>
                  <a:gd name="connsiteX19" fmla="*/ 65341 w 92455"/>
                  <a:gd name="connsiteY19" fmla="*/ 86233 h 149669"/>
                  <a:gd name="connsiteX20" fmla="*/ 73914 w 92455"/>
                  <a:gd name="connsiteY20" fmla="*/ 54737 h 149669"/>
                  <a:gd name="connsiteX21" fmla="*/ 65532 w 92455"/>
                  <a:gd name="connsiteY21" fmla="*/ 24257 h 149669"/>
                  <a:gd name="connsiteX22" fmla="*/ 45529 w 92455"/>
                  <a:gd name="connsiteY22" fmla="*/ 14160 h 149669"/>
                  <a:gd name="connsiteX23" fmla="*/ 25146 w 92455"/>
                  <a:gd name="connsiteY23" fmla="*/ 24955 h 149669"/>
                  <a:gd name="connsiteX24" fmla="*/ 16256 w 92455"/>
                  <a:gd name="connsiteY24" fmla="*/ 56261 h 149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92455" h="149669">
                    <a:moveTo>
                      <a:pt x="0" y="149542"/>
                    </a:moveTo>
                    <a:lnTo>
                      <a:pt x="0" y="2413"/>
                    </a:lnTo>
                    <a:lnTo>
                      <a:pt x="16446" y="2413"/>
                    </a:lnTo>
                    <a:lnTo>
                      <a:pt x="16446" y="16256"/>
                    </a:lnTo>
                    <a:cubicBezTo>
                      <a:pt x="20320" y="10858"/>
                      <a:pt x="24702" y="6794"/>
                      <a:pt x="29591" y="4064"/>
                    </a:cubicBezTo>
                    <a:cubicBezTo>
                      <a:pt x="34480" y="1397"/>
                      <a:pt x="40386" y="0"/>
                      <a:pt x="47308" y="0"/>
                    </a:cubicBezTo>
                    <a:cubicBezTo>
                      <a:pt x="56388" y="0"/>
                      <a:pt x="64389" y="2349"/>
                      <a:pt x="71374" y="6985"/>
                    </a:cubicBezTo>
                    <a:cubicBezTo>
                      <a:pt x="78296" y="11684"/>
                      <a:pt x="83566" y="18224"/>
                      <a:pt x="87122" y="26797"/>
                    </a:cubicBezTo>
                    <a:cubicBezTo>
                      <a:pt x="90678" y="35306"/>
                      <a:pt x="92456" y="44640"/>
                      <a:pt x="92456" y="54800"/>
                    </a:cubicBezTo>
                    <a:cubicBezTo>
                      <a:pt x="92456" y="65659"/>
                      <a:pt x="90488" y="75501"/>
                      <a:pt x="86614" y="84201"/>
                    </a:cubicBezTo>
                    <a:cubicBezTo>
                      <a:pt x="82677" y="92900"/>
                      <a:pt x="77026" y="99568"/>
                      <a:pt x="69596" y="104267"/>
                    </a:cubicBezTo>
                    <a:cubicBezTo>
                      <a:pt x="62166" y="108902"/>
                      <a:pt x="54292" y="111252"/>
                      <a:pt x="46101" y="111252"/>
                    </a:cubicBezTo>
                    <a:cubicBezTo>
                      <a:pt x="40068" y="111252"/>
                      <a:pt x="34671" y="109982"/>
                      <a:pt x="29908" y="107442"/>
                    </a:cubicBezTo>
                    <a:cubicBezTo>
                      <a:pt x="25146" y="104902"/>
                      <a:pt x="21209" y="101727"/>
                      <a:pt x="18161" y="97853"/>
                    </a:cubicBezTo>
                    <a:lnTo>
                      <a:pt x="18161" y="149669"/>
                    </a:lnTo>
                    <a:lnTo>
                      <a:pt x="127" y="149669"/>
                    </a:lnTo>
                    <a:close/>
                    <a:moveTo>
                      <a:pt x="16320" y="56197"/>
                    </a:moveTo>
                    <a:cubicBezTo>
                      <a:pt x="16320" y="69913"/>
                      <a:pt x="19114" y="80010"/>
                      <a:pt x="24638" y="86550"/>
                    </a:cubicBezTo>
                    <a:cubicBezTo>
                      <a:pt x="30163" y="93091"/>
                      <a:pt x="36893" y="96393"/>
                      <a:pt x="44767" y="96393"/>
                    </a:cubicBezTo>
                    <a:cubicBezTo>
                      <a:pt x="52641" y="96393"/>
                      <a:pt x="59627" y="93027"/>
                      <a:pt x="65341" y="86233"/>
                    </a:cubicBezTo>
                    <a:cubicBezTo>
                      <a:pt x="71057" y="79438"/>
                      <a:pt x="73914" y="68961"/>
                      <a:pt x="73914" y="54737"/>
                    </a:cubicBezTo>
                    <a:cubicBezTo>
                      <a:pt x="73914" y="40513"/>
                      <a:pt x="71120" y="31051"/>
                      <a:pt x="65532" y="24257"/>
                    </a:cubicBezTo>
                    <a:cubicBezTo>
                      <a:pt x="59944" y="17526"/>
                      <a:pt x="53277" y="14160"/>
                      <a:pt x="45529" y="14160"/>
                    </a:cubicBezTo>
                    <a:cubicBezTo>
                      <a:pt x="37783" y="14160"/>
                      <a:pt x="31052" y="17716"/>
                      <a:pt x="25146" y="24955"/>
                    </a:cubicBezTo>
                    <a:cubicBezTo>
                      <a:pt x="19240" y="32131"/>
                      <a:pt x="16256" y="42545"/>
                      <a:pt x="16256" y="5626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94B50ABF-18F3-8401-B88E-2B4D7DE36ACF}"/>
                  </a:ext>
                </a:extLst>
              </p:cNvPr>
              <p:cNvSpPr/>
              <p:nvPr/>
            </p:nvSpPr>
            <p:spPr>
              <a:xfrm>
                <a:off x="7521321" y="4035552"/>
                <a:ext cx="97980" cy="111188"/>
              </a:xfrm>
              <a:custGeom>
                <a:avLst/>
                <a:gdLst>
                  <a:gd name="connsiteX0" fmla="*/ 75501 w 97980"/>
                  <a:gd name="connsiteY0" fmla="*/ 95695 h 111188"/>
                  <a:gd name="connsiteX1" fmla="*/ 56197 w 97980"/>
                  <a:gd name="connsiteY1" fmla="*/ 107696 h 111188"/>
                  <a:gd name="connsiteX2" fmla="*/ 36322 w 97980"/>
                  <a:gd name="connsiteY2" fmla="*/ 111189 h 111188"/>
                  <a:gd name="connsiteX3" fmla="*/ 9398 w 97980"/>
                  <a:gd name="connsiteY3" fmla="*/ 102616 h 111188"/>
                  <a:gd name="connsiteX4" fmla="*/ 0 w 97980"/>
                  <a:gd name="connsiteY4" fmla="*/ 80708 h 111188"/>
                  <a:gd name="connsiteX5" fmla="*/ 3556 w 97980"/>
                  <a:gd name="connsiteY5" fmla="*/ 66421 h 111188"/>
                  <a:gd name="connsiteX6" fmla="*/ 12890 w 97980"/>
                  <a:gd name="connsiteY6" fmla="*/ 56070 h 111188"/>
                  <a:gd name="connsiteX7" fmla="*/ 25845 w 97980"/>
                  <a:gd name="connsiteY7" fmla="*/ 50165 h 111188"/>
                  <a:gd name="connsiteX8" fmla="*/ 41846 w 97980"/>
                  <a:gd name="connsiteY8" fmla="*/ 47498 h 111188"/>
                  <a:gd name="connsiteX9" fmla="*/ 73977 w 97980"/>
                  <a:gd name="connsiteY9" fmla="*/ 41275 h 111188"/>
                  <a:gd name="connsiteX10" fmla="*/ 74104 w 97980"/>
                  <a:gd name="connsiteY10" fmla="*/ 36576 h 111188"/>
                  <a:gd name="connsiteX11" fmla="*/ 69024 w 97980"/>
                  <a:gd name="connsiteY11" fmla="*/ 21082 h 111188"/>
                  <a:gd name="connsiteX12" fmla="*/ 48514 w 97980"/>
                  <a:gd name="connsiteY12" fmla="*/ 14986 h 111188"/>
                  <a:gd name="connsiteX13" fmla="*/ 29718 w 97980"/>
                  <a:gd name="connsiteY13" fmla="*/ 19431 h 111188"/>
                  <a:gd name="connsiteX14" fmla="*/ 20764 w 97980"/>
                  <a:gd name="connsiteY14" fmla="*/ 35179 h 111188"/>
                  <a:gd name="connsiteX15" fmla="*/ 3111 w 97980"/>
                  <a:gd name="connsiteY15" fmla="*/ 32766 h 111188"/>
                  <a:gd name="connsiteX16" fmla="*/ 11049 w 97980"/>
                  <a:gd name="connsiteY16" fmla="*/ 14478 h 111188"/>
                  <a:gd name="connsiteX17" fmla="*/ 26988 w 97980"/>
                  <a:gd name="connsiteY17" fmla="*/ 3746 h 111188"/>
                  <a:gd name="connsiteX18" fmla="*/ 51117 w 97980"/>
                  <a:gd name="connsiteY18" fmla="*/ 0 h 111188"/>
                  <a:gd name="connsiteX19" fmla="*/ 73279 w 97980"/>
                  <a:gd name="connsiteY19" fmla="*/ 3175 h 111188"/>
                  <a:gd name="connsiteX20" fmla="*/ 85788 w 97980"/>
                  <a:gd name="connsiteY20" fmla="*/ 11239 h 111188"/>
                  <a:gd name="connsiteX21" fmla="*/ 91376 w 97980"/>
                  <a:gd name="connsiteY21" fmla="*/ 23495 h 111188"/>
                  <a:gd name="connsiteX22" fmla="*/ 92265 w 97980"/>
                  <a:gd name="connsiteY22" fmla="*/ 40132 h 111188"/>
                  <a:gd name="connsiteX23" fmla="*/ 92265 w 97980"/>
                  <a:gd name="connsiteY23" fmla="*/ 64198 h 111188"/>
                  <a:gd name="connsiteX24" fmla="*/ 93408 w 97980"/>
                  <a:gd name="connsiteY24" fmla="*/ 96012 h 111188"/>
                  <a:gd name="connsiteX25" fmla="*/ 97980 w 97980"/>
                  <a:gd name="connsiteY25" fmla="*/ 108776 h 111188"/>
                  <a:gd name="connsiteX26" fmla="*/ 79121 w 97980"/>
                  <a:gd name="connsiteY26" fmla="*/ 108776 h 111188"/>
                  <a:gd name="connsiteX27" fmla="*/ 75501 w 97980"/>
                  <a:gd name="connsiteY27" fmla="*/ 95631 h 111188"/>
                  <a:gd name="connsiteX28" fmla="*/ 73977 w 97980"/>
                  <a:gd name="connsiteY28" fmla="*/ 55435 h 111188"/>
                  <a:gd name="connsiteX29" fmla="*/ 44513 w 97980"/>
                  <a:gd name="connsiteY29" fmla="*/ 62230 h 111188"/>
                  <a:gd name="connsiteX30" fmla="*/ 28765 w 97980"/>
                  <a:gd name="connsiteY30" fmla="*/ 65849 h 111188"/>
                  <a:gd name="connsiteX31" fmla="*/ 21653 w 97980"/>
                  <a:gd name="connsiteY31" fmla="*/ 71691 h 111188"/>
                  <a:gd name="connsiteX32" fmla="*/ 19177 w 97980"/>
                  <a:gd name="connsiteY32" fmla="*/ 80264 h 111188"/>
                  <a:gd name="connsiteX33" fmla="*/ 24638 w 97980"/>
                  <a:gd name="connsiteY33" fmla="*/ 92265 h 111188"/>
                  <a:gd name="connsiteX34" fmla="*/ 40640 w 97980"/>
                  <a:gd name="connsiteY34" fmla="*/ 97091 h 111188"/>
                  <a:gd name="connsiteX35" fmla="*/ 59182 w 97980"/>
                  <a:gd name="connsiteY35" fmla="*/ 92520 h 111188"/>
                  <a:gd name="connsiteX36" fmla="*/ 71120 w 97980"/>
                  <a:gd name="connsiteY36" fmla="*/ 80073 h 111188"/>
                  <a:gd name="connsiteX37" fmla="*/ 74041 w 97980"/>
                  <a:gd name="connsiteY37" fmla="*/ 62039 h 111188"/>
                  <a:gd name="connsiteX38" fmla="*/ 74041 w 97980"/>
                  <a:gd name="connsiteY38" fmla="*/ 55435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980" h="111188">
                    <a:moveTo>
                      <a:pt x="75501" y="95695"/>
                    </a:moveTo>
                    <a:cubicBezTo>
                      <a:pt x="68834" y="101346"/>
                      <a:pt x="62420" y="105346"/>
                      <a:pt x="56197" y="107696"/>
                    </a:cubicBezTo>
                    <a:cubicBezTo>
                      <a:pt x="50038" y="110045"/>
                      <a:pt x="43370" y="111189"/>
                      <a:pt x="36322" y="111189"/>
                    </a:cubicBezTo>
                    <a:cubicBezTo>
                      <a:pt x="24638" y="111189"/>
                      <a:pt x="15684" y="108331"/>
                      <a:pt x="9398" y="102616"/>
                    </a:cubicBezTo>
                    <a:cubicBezTo>
                      <a:pt x="3111" y="96901"/>
                      <a:pt x="0" y="89598"/>
                      <a:pt x="0" y="80708"/>
                    </a:cubicBezTo>
                    <a:cubicBezTo>
                      <a:pt x="0" y="75501"/>
                      <a:pt x="1207" y="70739"/>
                      <a:pt x="3556" y="66421"/>
                    </a:cubicBezTo>
                    <a:cubicBezTo>
                      <a:pt x="5905" y="62103"/>
                      <a:pt x="9017" y="58674"/>
                      <a:pt x="12890" y="56070"/>
                    </a:cubicBezTo>
                    <a:cubicBezTo>
                      <a:pt x="16701" y="53467"/>
                      <a:pt x="21082" y="51498"/>
                      <a:pt x="25845" y="50165"/>
                    </a:cubicBezTo>
                    <a:cubicBezTo>
                      <a:pt x="29401" y="49213"/>
                      <a:pt x="34734" y="48323"/>
                      <a:pt x="41846" y="47498"/>
                    </a:cubicBezTo>
                    <a:cubicBezTo>
                      <a:pt x="56388" y="45783"/>
                      <a:pt x="67120" y="43688"/>
                      <a:pt x="73977" y="41275"/>
                    </a:cubicBezTo>
                    <a:cubicBezTo>
                      <a:pt x="74041" y="38798"/>
                      <a:pt x="74104" y="37211"/>
                      <a:pt x="74104" y="36576"/>
                    </a:cubicBezTo>
                    <a:cubicBezTo>
                      <a:pt x="74104" y="29210"/>
                      <a:pt x="72390" y="24066"/>
                      <a:pt x="69024" y="21082"/>
                    </a:cubicBezTo>
                    <a:cubicBezTo>
                      <a:pt x="64389" y="17018"/>
                      <a:pt x="57595" y="14986"/>
                      <a:pt x="48514" y="14986"/>
                    </a:cubicBezTo>
                    <a:cubicBezTo>
                      <a:pt x="40005" y="14986"/>
                      <a:pt x="33782" y="16446"/>
                      <a:pt x="29718" y="19431"/>
                    </a:cubicBezTo>
                    <a:cubicBezTo>
                      <a:pt x="25654" y="22415"/>
                      <a:pt x="22670" y="27686"/>
                      <a:pt x="20764" y="35179"/>
                    </a:cubicBezTo>
                    <a:lnTo>
                      <a:pt x="3111" y="32766"/>
                    </a:lnTo>
                    <a:cubicBezTo>
                      <a:pt x="4699" y="25209"/>
                      <a:pt x="7366" y="19114"/>
                      <a:pt x="11049" y="14478"/>
                    </a:cubicBezTo>
                    <a:cubicBezTo>
                      <a:pt x="14732" y="9842"/>
                      <a:pt x="20002" y="6286"/>
                      <a:pt x="26988" y="3746"/>
                    </a:cubicBezTo>
                    <a:cubicBezTo>
                      <a:pt x="33909" y="1207"/>
                      <a:pt x="41973" y="0"/>
                      <a:pt x="51117" y="0"/>
                    </a:cubicBezTo>
                    <a:cubicBezTo>
                      <a:pt x="60261" y="0"/>
                      <a:pt x="67564" y="1079"/>
                      <a:pt x="73279" y="3175"/>
                    </a:cubicBezTo>
                    <a:cubicBezTo>
                      <a:pt x="78930" y="5334"/>
                      <a:pt x="83121" y="8001"/>
                      <a:pt x="85788" y="11239"/>
                    </a:cubicBezTo>
                    <a:cubicBezTo>
                      <a:pt x="88455" y="14478"/>
                      <a:pt x="90360" y="18605"/>
                      <a:pt x="91376" y="23495"/>
                    </a:cubicBezTo>
                    <a:cubicBezTo>
                      <a:pt x="91948" y="26543"/>
                      <a:pt x="92265" y="32131"/>
                      <a:pt x="92265" y="40132"/>
                    </a:cubicBezTo>
                    <a:lnTo>
                      <a:pt x="92265" y="64198"/>
                    </a:lnTo>
                    <a:cubicBezTo>
                      <a:pt x="92265" y="80963"/>
                      <a:pt x="92646" y="91567"/>
                      <a:pt x="93408" y="96012"/>
                    </a:cubicBezTo>
                    <a:cubicBezTo>
                      <a:pt x="94170" y="100457"/>
                      <a:pt x="95695" y="104711"/>
                      <a:pt x="97980" y="108776"/>
                    </a:cubicBezTo>
                    <a:lnTo>
                      <a:pt x="79121" y="108776"/>
                    </a:lnTo>
                    <a:cubicBezTo>
                      <a:pt x="77279" y="105029"/>
                      <a:pt x="76073" y="100647"/>
                      <a:pt x="75501" y="95631"/>
                    </a:cubicBezTo>
                    <a:close/>
                    <a:moveTo>
                      <a:pt x="73977" y="55435"/>
                    </a:moveTo>
                    <a:cubicBezTo>
                      <a:pt x="67437" y="58102"/>
                      <a:pt x="57595" y="60389"/>
                      <a:pt x="44513" y="62230"/>
                    </a:cubicBezTo>
                    <a:cubicBezTo>
                      <a:pt x="37084" y="63309"/>
                      <a:pt x="31877" y="64516"/>
                      <a:pt x="28765" y="65849"/>
                    </a:cubicBezTo>
                    <a:cubicBezTo>
                      <a:pt x="25717" y="67183"/>
                      <a:pt x="23304" y="69151"/>
                      <a:pt x="21653" y="71691"/>
                    </a:cubicBezTo>
                    <a:cubicBezTo>
                      <a:pt x="20002" y="74232"/>
                      <a:pt x="19177" y="77089"/>
                      <a:pt x="19177" y="80264"/>
                    </a:cubicBezTo>
                    <a:cubicBezTo>
                      <a:pt x="19177" y="85090"/>
                      <a:pt x="21018" y="89090"/>
                      <a:pt x="24638" y="92265"/>
                    </a:cubicBezTo>
                    <a:cubicBezTo>
                      <a:pt x="28257" y="95440"/>
                      <a:pt x="33591" y="97091"/>
                      <a:pt x="40640" y="97091"/>
                    </a:cubicBezTo>
                    <a:cubicBezTo>
                      <a:pt x="47688" y="97091"/>
                      <a:pt x="53784" y="95567"/>
                      <a:pt x="59182" y="92520"/>
                    </a:cubicBezTo>
                    <a:cubicBezTo>
                      <a:pt x="64579" y="89471"/>
                      <a:pt x="68580" y="85344"/>
                      <a:pt x="71120" y="80073"/>
                    </a:cubicBezTo>
                    <a:cubicBezTo>
                      <a:pt x="73088" y="76009"/>
                      <a:pt x="74041" y="69977"/>
                      <a:pt x="74041" y="62039"/>
                    </a:cubicBezTo>
                    <a:lnTo>
                      <a:pt x="74041" y="5543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145DD0E4-CDDB-0549-5E94-83288E8C01A2}"/>
                  </a:ext>
                </a:extLst>
              </p:cNvPr>
              <p:cNvSpPr/>
              <p:nvPr/>
            </p:nvSpPr>
            <p:spPr>
              <a:xfrm>
                <a:off x="7635938" y="4035552"/>
                <a:ext cx="92646" cy="111188"/>
              </a:xfrm>
              <a:custGeom>
                <a:avLst/>
                <a:gdLst>
                  <a:gd name="connsiteX0" fmla="*/ 74930 w 92646"/>
                  <a:gd name="connsiteY0" fmla="*/ 69850 h 111188"/>
                  <a:gd name="connsiteX1" fmla="*/ 92646 w 92646"/>
                  <a:gd name="connsiteY1" fmla="*/ 72136 h 111188"/>
                  <a:gd name="connsiteX2" fmla="*/ 77788 w 92646"/>
                  <a:gd name="connsiteY2" fmla="*/ 100838 h 111188"/>
                  <a:gd name="connsiteX3" fmla="*/ 48387 w 92646"/>
                  <a:gd name="connsiteY3" fmla="*/ 111189 h 111188"/>
                  <a:gd name="connsiteX4" fmla="*/ 13271 w 92646"/>
                  <a:gd name="connsiteY4" fmla="*/ 96901 h 111188"/>
                  <a:gd name="connsiteX5" fmla="*/ 0 w 92646"/>
                  <a:gd name="connsiteY5" fmla="*/ 56007 h 111188"/>
                  <a:gd name="connsiteX6" fmla="*/ 5715 w 92646"/>
                  <a:gd name="connsiteY6" fmla="*/ 25845 h 111188"/>
                  <a:gd name="connsiteX7" fmla="*/ 23114 w 92646"/>
                  <a:gd name="connsiteY7" fmla="*/ 6477 h 111188"/>
                  <a:gd name="connsiteX8" fmla="*/ 48514 w 92646"/>
                  <a:gd name="connsiteY8" fmla="*/ 0 h 111188"/>
                  <a:gd name="connsiteX9" fmla="*/ 76835 w 92646"/>
                  <a:gd name="connsiteY9" fmla="*/ 8763 h 111188"/>
                  <a:gd name="connsiteX10" fmla="*/ 90932 w 92646"/>
                  <a:gd name="connsiteY10" fmla="*/ 33655 h 111188"/>
                  <a:gd name="connsiteX11" fmla="*/ 73406 w 92646"/>
                  <a:gd name="connsiteY11" fmla="*/ 36385 h 111188"/>
                  <a:gd name="connsiteX12" fmla="*/ 64516 w 92646"/>
                  <a:gd name="connsiteY12" fmla="*/ 20257 h 111188"/>
                  <a:gd name="connsiteX13" fmla="*/ 49149 w 92646"/>
                  <a:gd name="connsiteY13" fmla="*/ 14859 h 111188"/>
                  <a:gd name="connsiteX14" fmla="*/ 26988 w 92646"/>
                  <a:gd name="connsiteY14" fmla="*/ 24638 h 111188"/>
                  <a:gd name="connsiteX15" fmla="*/ 18478 w 92646"/>
                  <a:gd name="connsiteY15" fmla="*/ 55563 h 111188"/>
                  <a:gd name="connsiteX16" fmla="*/ 26670 w 92646"/>
                  <a:gd name="connsiteY16" fmla="*/ 86677 h 111188"/>
                  <a:gd name="connsiteX17" fmla="*/ 48133 w 92646"/>
                  <a:gd name="connsiteY17" fmla="*/ 96393 h 111188"/>
                  <a:gd name="connsiteX18" fmla="*/ 65849 w 92646"/>
                  <a:gd name="connsiteY18" fmla="*/ 89852 h 111188"/>
                  <a:gd name="connsiteX19" fmla="*/ 74866 w 92646"/>
                  <a:gd name="connsiteY19" fmla="*/ 69850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2646" h="111188">
                    <a:moveTo>
                      <a:pt x="74930" y="69850"/>
                    </a:moveTo>
                    <a:lnTo>
                      <a:pt x="92646" y="72136"/>
                    </a:lnTo>
                    <a:cubicBezTo>
                      <a:pt x="90678" y="84328"/>
                      <a:pt x="85725" y="93916"/>
                      <a:pt x="77788" y="100838"/>
                    </a:cubicBezTo>
                    <a:cubicBezTo>
                      <a:pt x="69786" y="107759"/>
                      <a:pt x="60008" y="111189"/>
                      <a:pt x="48387" y="111189"/>
                    </a:cubicBezTo>
                    <a:cubicBezTo>
                      <a:pt x="33846" y="111189"/>
                      <a:pt x="22098" y="106426"/>
                      <a:pt x="13271" y="96901"/>
                    </a:cubicBezTo>
                    <a:cubicBezTo>
                      <a:pt x="4445" y="87376"/>
                      <a:pt x="0" y="73723"/>
                      <a:pt x="0" y="56007"/>
                    </a:cubicBezTo>
                    <a:cubicBezTo>
                      <a:pt x="0" y="44514"/>
                      <a:pt x="1905" y="34480"/>
                      <a:pt x="5715" y="25845"/>
                    </a:cubicBezTo>
                    <a:cubicBezTo>
                      <a:pt x="9525" y="17208"/>
                      <a:pt x="15303" y="10795"/>
                      <a:pt x="23114" y="6477"/>
                    </a:cubicBezTo>
                    <a:cubicBezTo>
                      <a:pt x="30861" y="2159"/>
                      <a:pt x="39370" y="0"/>
                      <a:pt x="48514" y="0"/>
                    </a:cubicBezTo>
                    <a:cubicBezTo>
                      <a:pt x="60071" y="0"/>
                      <a:pt x="69533" y="2921"/>
                      <a:pt x="76835" y="8763"/>
                    </a:cubicBezTo>
                    <a:cubicBezTo>
                      <a:pt x="84201" y="14605"/>
                      <a:pt x="88900" y="22923"/>
                      <a:pt x="90932" y="33655"/>
                    </a:cubicBezTo>
                    <a:lnTo>
                      <a:pt x="73406" y="36385"/>
                    </a:lnTo>
                    <a:cubicBezTo>
                      <a:pt x="71755" y="29210"/>
                      <a:pt x="68771" y="23876"/>
                      <a:pt x="64516" y="20257"/>
                    </a:cubicBezTo>
                    <a:cubicBezTo>
                      <a:pt x="60261" y="16637"/>
                      <a:pt x="55182" y="14859"/>
                      <a:pt x="49149" y="14859"/>
                    </a:cubicBezTo>
                    <a:cubicBezTo>
                      <a:pt x="40068" y="14859"/>
                      <a:pt x="32702" y="18097"/>
                      <a:pt x="26988" y="24638"/>
                    </a:cubicBezTo>
                    <a:cubicBezTo>
                      <a:pt x="21336" y="31115"/>
                      <a:pt x="18478" y="41465"/>
                      <a:pt x="18478" y="55563"/>
                    </a:cubicBezTo>
                    <a:cubicBezTo>
                      <a:pt x="18478" y="69659"/>
                      <a:pt x="21209" y="80201"/>
                      <a:pt x="26670" y="86677"/>
                    </a:cubicBezTo>
                    <a:cubicBezTo>
                      <a:pt x="32131" y="93154"/>
                      <a:pt x="39307" y="96393"/>
                      <a:pt x="48133" y="96393"/>
                    </a:cubicBezTo>
                    <a:cubicBezTo>
                      <a:pt x="55182" y="96393"/>
                      <a:pt x="61151" y="94234"/>
                      <a:pt x="65849" y="89852"/>
                    </a:cubicBezTo>
                    <a:cubicBezTo>
                      <a:pt x="70612" y="85534"/>
                      <a:pt x="73596" y="78867"/>
                      <a:pt x="74866" y="6985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0E17E39C-3B1F-92A8-7DC2-EBD01A8F3785}"/>
                  </a:ext>
                </a:extLst>
              </p:cNvPr>
              <p:cNvSpPr/>
              <p:nvPr/>
            </p:nvSpPr>
            <p:spPr>
              <a:xfrm>
                <a:off x="7734109" y="4000817"/>
                <a:ext cx="51879" cy="144970"/>
              </a:xfrm>
              <a:custGeom>
                <a:avLst/>
                <a:gdLst>
                  <a:gd name="connsiteX0" fmla="*/ 49276 w 51879"/>
                  <a:gd name="connsiteY0" fmla="*/ 127445 h 144970"/>
                  <a:gd name="connsiteX1" fmla="*/ 51880 w 51879"/>
                  <a:gd name="connsiteY1" fmla="*/ 143383 h 144970"/>
                  <a:gd name="connsiteX2" fmla="*/ 38291 w 51879"/>
                  <a:gd name="connsiteY2" fmla="*/ 144971 h 144970"/>
                  <a:gd name="connsiteX3" fmla="*/ 23051 w 51879"/>
                  <a:gd name="connsiteY3" fmla="*/ 141859 h 144970"/>
                  <a:gd name="connsiteX4" fmla="*/ 15431 w 51879"/>
                  <a:gd name="connsiteY4" fmla="*/ 133667 h 144970"/>
                  <a:gd name="connsiteX5" fmla="*/ 13208 w 51879"/>
                  <a:gd name="connsiteY5" fmla="*/ 112395 h 144970"/>
                  <a:gd name="connsiteX6" fmla="*/ 13208 w 51879"/>
                  <a:gd name="connsiteY6" fmla="*/ 51181 h 144970"/>
                  <a:gd name="connsiteX7" fmla="*/ 0 w 51879"/>
                  <a:gd name="connsiteY7" fmla="*/ 51181 h 144970"/>
                  <a:gd name="connsiteX8" fmla="*/ 0 w 51879"/>
                  <a:gd name="connsiteY8" fmla="*/ 37148 h 144970"/>
                  <a:gd name="connsiteX9" fmla="*/ 13208 w 51879"/>
                  <a:gd name="connsiteY9" fmla="*/ 37148 h 144970"/>
                  <a:gd name="connsiteX10" fmla="*/ 13208 w 51879"/>
                  <a:gd name="connsiteY10" fmla="*/ 10795 h 144970"/>
                  <a:gd name="connsiteX11" fmla="*/ 31115 w 51879"/>
                  <a:gd name="connsiteY11" fmla="*/ 0 h 144970"/>
                  <a:gd name="connsiteX12" fmla="*/ 31115 w 51879"/>
                  <a:gd name="connsiteY12" fmla="*/ 37148 h 144970"/>
                  <a:gd name="connsiteX13" fmla="*/ 49213 w 51879"/>
                  <a:gd name="connsiteY13" fmla="*/ 37148 h 144970"/>
                  <a:gd name="connsiteX14" fmla="*/ 49213 w 51879"/>
                  <a:gd name="connsiteY14" fmla="*/ 51181 h 144970"/>
                  <a:gd name="connsiteX15" fmla="*/ 31115 w 51879"/>
                  <a:gd name="connsiteY15" fmla="*/ 51181 h 144970"/>
                  <a:gd name="connsiteX16" fmla="*/ 31115 w 51879"/>
                  <a:gd name="connsiteY16" fmla="*/ 113411 h 144970"/>
                  <a:gd name="connsiteX17" fmla="*/ 32068 w 51879"/>
                  <a:gd name="connsiteY17" fmla="*/ 123317 h 144970"/>
                  <a:gd name="connsiteX18" fmla="*/ 35179 w 51879"/>
                  <a:gd name="connsiteY18" fmla="*/ 126810 h 144970"/>
                  <a:gd name="connsiteX19" fmla="*/ 41339 w 51879"/>
                  <a:gd name="connsiteY19" fmla="*/ 128079 h 144970"/>
                  <a:gd name="connsiteX20" fmla="*/ 49276 w 51879"/>
                  <a:gd name="connsiteY20" fmla="*/ 127381 h 144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1879" h="144970">
                    <a:moveTo>
                      <a:pt x="49276" y="127445"/>
                    </a:moveTo>
                    <a:lnTo>
                      <a:pt x="51880" y="143383"/>
                    </a:lnTo>
                    <a:cubicBezTo>
                      <a:pt x="46800" y="144463"/>
                      <a:pt x="42291" y="144971"/>
                      <a:pt x="38291" y="144971"/>
                    </a:cubicBezTo>
                    <a:cubicBezTo>
                      <a:pt x="31750" y="144971"/>
                      <a:pt x="26670" y="143954"/>
                      <a:pt x="23051" y="141859"/>
                    </a:cubicBezTo>
                    <a:cubicBezTo>
                      <a:pt x="19431" y="139764"/>
                      <a:pt x="16891" y="137033"/>
                      <a:pt x="15431" y="133667"/>
                    </a:cubicBezTo>
                    <a:cubicBezTo>
                      <a:pt x="13970" y="130302"/>
                      <a:pt x="13208" y="123190"/>
                      <a:pt x="13208" y="112395"/>
                    </a:cubicBezTo>
                    <a:lnTo>
                      <a:pt x="13208" y="51181"/>
                    </a:lnTo>
                    <a:lnTo>
                      <a:pt x="0" y="51181"/>
                    </a:lnTo>
                    <a:lnTo>
                      <a:pt x="0" y="37148"/>
                    </a:lnTo>
                    <a:lnTo>
                      <a:pt x="13208" y="37148"/>
                    </a:lnTo>
                    <a:lnTo>
                      <a:pt x="13208" y="10795"/>
                    </a:lnTo>
                    <a:lnTo>
                      <a:pt x="31115" y="0"/>
                    </a:lnTo>
                    <a:lnTo>
                      <a:pt x="31115" y="37148"/>
                    </a:lnTo>
                    <a:lnTo>
                      <a:pt x="49213" y="37148"/>
                    </a:lnTo>
                    <a:lnTo>
                      <a:pt x="49213" y="51181"/>
                    </a:lnTo>
                    <a:lnTo>
                      <a:pt x="31115" y="51181"/>
                    </a:lnTo>
                    <a:lnTo>
                      <a:pt x="31115" y="113411"/>
                    </a:lnTo>
                    <a:cubicBezTo>
                      <a:pt x="31115" y="118554"/>
                      <a:pt x="31433" y="121857"/>
                      <a:pt x="32068" y="123317"/>
                    </a:cubicBezTo>
                    <a:cubicBezTo>
                      <a:pt x="32703" y="124778"/>
                      <a:pt x="33719" y="125984"/>
                      <a:pt x="35179" y="126810"/>
                    </a:cubicBezTo>
                    <a:cubicBezTo>
                      <a:pt x="36640" y="127635"/>
                      <a:pt x="38672" y="128079"/>
                      <a:pt x="41339" y="128079"/>
                    </a:cubicBezTo>
                    <a:cubicBezTo>
                      <a:pt x="43371" y="128079"/>
                      <a:pt x="45974" y="127826"/>
                      <a:pt x="49276" y="12738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84730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78673A1-EC25-74F7-389D-D2FA4D65C1BA}"/>
              </a:ext>
            </a:extLst>
          </p:cNvPr>
          <p:cNvGrpSpPr/>
          <p:nvPr userDrawn="1"/>
        </p:nvGrpSpPr>
        <p:grpSpPr>
          <a:xfrm>
            <a:off x="0" y="-1574800"/>
            <a:ext cx="14510520" cy="10007600"/>
            <a:chOff x="0" y="-1574800"/>
            <a:chExt cx="14510520" cy="10007600"/>
          </a:xfrm>
        </p:grpSpPr>
        <p:pic>
          <p:nvPicPr>
            <p:cNvPr id="11" name="Picture 10" descr="A group of cubes stacked together&#10;&#10;Description automatically generated">
              <a:extLst>
                <a:ext uri="{FF2B5EF4-FFF2-40B4-BE49-F238E27FC236}">
                  <a16:creationId xmlns:a16="http://schemas.microsoft.com/office/drawing/2014/main" id="{1C6B1F51-F1FD-4355-C3D0-E4C81FC2760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6" r="-1" b="-1"/>
            <a:stretch/>
          </p:blipFill>
          <p:spPr>
            <a:xfrm>
              <a:off x="0" y="1282"/>
              <a:ext cx="12191980" cy="6856718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51213671-4015-6B42-37D7-92BAA65755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26460" y="-1574800"/>
              <a:ext cx="8384060" cy="10007600"/>
            </a:xfrm>
            <a:prstGeom prst="rect">
              <a:avLst/>
            </a:prstGeom>
          </p:spPr>
        </p:pic>
      </p:grp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12EBDE-74C9-8675-C101-131B7D1642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935" y="2651125"/>
            <a:ext cx="5791200" cy="2209800"/>
          </a:xfrm>
          <a:solidFill>
            <a:schemeClr val="tx1">
              <a:alpha val="78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I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0EBD09-88F3-26C8-03F8-B60877249F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68300" y="371038"/>
            <a:ext cx="1248492" cy="639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3965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7">
            <a:extLst>
              <a:ext uri="{FF2B5EF4-FFF2-40B4-BE49-F238E27FC236}">
                <a16:creationId xmlns:a16="http://schemas.microsoft.com/office/drawing/2014/main" id="{B6417BDE-E4C5-743D-BFE3-2ABC6756BA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6817254"/>
              <a:gd name="connsiteY0" fmla="*/ 0 h 719051"/>
              <a:gd name="connsiteX1" fmla="*/ 6817255 w 6817254"/>
              <a:gd name="connsiteY1" fmla="*/ 0 h 719051"/>
              <a:gd name="connsiteX2" fmla="*/ 6817255 w 6817254"/>
              <a:gd name="connsiteY2" fmla="*/ 719051 h 719051"/>
              <a:gd name="connsiteX3" fmla="*/ 0 w 6817254"/>
              <a:gd name="connsiteY3" fmla="*/ 719051 h 719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17254" h="719051">
                <a:moveTo>
                  <a:pt x="0" y="0"/>
                </a:moveTo>
                <a:lnTo>
                  <a:pt x="6817255" y="0"/>
                </a:lnTo>
                <a:lnTo>
                  <a:pt x="6817255" y="719051"/>
                </a:lnTo>
                <a:lnTo>
                  <a:pt x="0" y="719051"/>
                </a:lnTo>
                <a:close/>
              </a:path>
            </a:pathLst>
          </a:custGeom>
          <a:solidFill>
            <a:srgbClr val="6800E0"/>
          </a:solidFill>
          <a:ln w="52867" cap="flat">
            <a:noFill/>
            <a:prstDash val="solid"/>
            <a:miter/>
          </a:ln>
        </p:spPr>
        <p:txBody>
          <a:bodyPr rtlCol="0" anchor="ctr"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3462B3-4ED2-3397-A8E4-F51DB0B7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2035930"/>
            <a:ext cx="3935414" cy="1011046"/>
          </a:xfrm>
        </p:spPr>
        <p:txBody>
          <a:bodyPr lIns="0" tIns="0" rIns="0" bIns="0">
            <a:spAutoFit/>
          </a:bodyPr>
          <a:lstStyle>
            <a:lvl1pPr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E9E109-6B3E-6C9C-BA47-0AE434A85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B6B4175-9D45-4B4E-95BC-FC81B8E98CC9}" type="datetime1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AAE53-C31F-9708-D97D-B3DEA03E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0CBB670-53B7-E67C-9D5B-3044BE75A5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6" y="3300888"/>
            <a:ext cx="3935413" cy="256224"/>
          </a:xfrm>
        </p:spPr>
        <p:txBody>
          <a:bodyPr lIns="0" tIns="0" rIns="0" bIns="0" anchor="ctr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</a:t>
            </a:r>
            <a:endParaRPr lang="en-IN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65020811-A2D9-2CD7-4BEA-090C415D2CB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663" b="888"/>
          <a:stretch/>
        </p:blipFill>
        <p:spPr>
          <a:xfrm>
            <a:off x="7858880" y="1589544"/>
            <a:ext cx="4335967" cy="526845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52DCA60-DD6C-4969-5447-C78B9640E1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0922001" y="0"/>
            <a:ext cx="1269999" cy="1269999"/>
          </a:xfrm>
          <a:prstGeom prst="rect">
            <a:avLst/>
          </a:prstGeom>
        </p:spPr>
      </p:pic>
      <p:pic>
        <p:nvPicPr>
          <p:cNvPr id="8" name="Picture 7" descr="A black and white logo&#10;&#10;Description automatically generated">
            <a:extLst>
              <a:ext uri="{FF2B5EF4-FFF2-40B4-BE49-F238E27FC236}">
                <a16:creationId xmlns:a16="http://schemas.microsoft.com/office/drawing/2014/main" id="{2AC443C3-2404-A86A-231F-98C9D4797C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12" y="333574"/>
            <a:ext cx="1405379" cy="72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597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oogle Shape;64;p52">
            <a:extLst>
              <a:ext uri="{FF2B5EF4-FFF2-40B4-BE49-F238E27FC236}">
                <a16:creationId xmlns:a16="http://schemas.microsoft.com/office/drawing/2014/main" id="{4DF6C634-D17B-5FE0-005D-DC83FF1DE416}"/>
              </a:ext>
            </a:extLst>
          </p:cNvPr>
          <p:cNvCxnSpPr/>
          <p:nvPr userDrawn="1"/>
        </p:nvCxnSpPr>
        <p:spPr>
          <a:xfrm>
            <a:off x="418907" y="1165671"/>
            <a:ext cx="11354186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4370AC8E-70AF-C45A-FDCE-EEF60F248658}"/>
              </a:ext>
            </a:extLst>
          </p:cNvPr>
          <p:cNvGrpSpPr/>
          <p:nvPr userDrawn="1"/>
        </p:nvGrpSpPr>
        <p:grpSpPr>
          <a:xfrm>
            <a:off x="10528917" y="0"/>
            <a:ext cx="1452604" cy="862643"/>
            <a:chOff x="10528917" y="0"/>
            <a:chExt cx="1452604" cy="862643"/>
          </a:xfrm>
        </p:grpSpPr>
        <p:sp>
          <p:nvSpPr>
            <p:cNvPr id="5" name="Google Shape;18;p49">
              <a:extLst>
                <a:ext uri="{FF2B5EF4-FFF2-40B4-BE49-F238E27FC236}">
                  <a16:creationId xmlns:a16="http://schemas.microsoft.com/office/drawing/2014/main" id="{3AE2A220-6852-DE0B-C187-FB2AC31C3318}"/>
                </a:ext>
              </a:extLst>
            </p:cNvPr>
            <p:cNvSpPr/>
            <p:nvPr/>
          </p:nvSpPr>
          <p:spPr>
            <a:xfrm>
              <a:off x="10528917" y="198409"/>
              <a:ext cx="1452604" cy="6642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23;p49">
              <a:extLst>
                <a:ext uri="{FF2B5EF4-FFF2-40B4-BE49-F238E27FC236}">
                  <a16:creationId xmlns:a16="http://schemas.microsoft.com/office/drawing/2014/main" id="{473F85EB-3FD6-EB9D-90B5-4222EF54A402}"/>
                </a:ext>
              </a:extLst>
            </p:cNvPr>
            <p:cNvSpPr/>
            <p:nvPr/>
          </p:nvSpPr>
          <p:spPr>
            <a:xfrm>
              <a:off x="10528917" y="0"/>
              <a:ext cx="1452604" cy="96657"/>
            </a:xfrm>
            <a:prstGeom prst="rect">
              <a:avLst/>
            </a:prstGeom>
            <a:gradFill>
              <a:gsLst>
                <a:gs pos="0">
                  <a:srgbClr val="034EA2">
                    <a:alpha val="90000"/>
                  </a:srgbClr>
                </a:gs>
                <a:gs pos="100000">
                  <a:srgbClr val="F4812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R="0" lv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" name="Picture 10" descr="A blue and orange text on a black background&#10;&#10;Description automatically generated">
              <a:extLst>
                <a:ext uri="{FF2B5EF4-FFF2-40B4-BE49-F238E27FC236}">
                  <a16:creationId xmlns:a16="http://schemas.microsoft.com/office/drawing/2014/main" id="{E8F3359D-59D5-DCEA-3D96-438DC2777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36863" y="370545"/>
              <a:ext cx="1036712" cy="313101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6901748-0D62-0213-B550-8A317F619692}"/>
              </a:ext>
            </a:extLst>
          </p:cNvPr>
          <p:cNvSpPr txBox="1"/>
          <p:nvPr userDrawn="1"/>
        </p:nvSpPr>
        <p:spPr>
          <a:xfrm>
            <a:off x="79899" y="6596341"/>
            <a:ext cx="30450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Confidential | © Course5 Intelligence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2A1A332-51D9-0A23-4A42-77BC8FE25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157" y="6578353"/>
            <a:ext cx="389701" cy="233432"/>
          </a:xfrm>
        </p:spPr>
        <p:txBody>
          <a:bodyPr/>
          <a:lstStyle>
            <a:lvl1pPr algn="ctr">
              <a:defRPr kumimoji="0" lang="en-US" sz="800" b="0" i="0" u="none" strike="noStrike" kern="0" cap="none" spc="0" normalizeH="0" baseline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/>
                <a:ea typeface="+mn-ea"/>
                <a:cs typeface="Arial"/>
              </a:defRPr>
            </a:lvl1pPr>
          </a:lstStyle>
          <a:p>
            <a:fld id="{330EA680-D336-4FF7-8B7A-9848BB0A1C32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F8ED78-0B9B-CB39-999B-858D6D0C0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425" y="232040"/>
            <a:ext cx="10515600" cy="1325563"/>
          </a:xfrm>
        </p:spPr>
        <p:txBody>
          <a:bodyPr anchor="t">
            <a:normAutofit/>
          </a:bodyPr>
          <a:lstStyle>
            <a:lvl1pPr>
              <a:defRPr sz="28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209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7">
          <p15:clr>
            <a:srgbClr val="FBAE40"/>
          </p15:clr>
        </p15:guide>
        <p15:guide id="2" pos="30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3984-BA8B-1F25-5D12-FE754ED448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181936"/>
            <a:ext cx="10424160" cy="839785"/>
          </a:xfrm>
        </p:spPr>
        <p:txBody>
          <a:bodyPr anchor="ctr"/>
          <a:lstStyle/>
          <a:p>
            <a:r>
              <a:rPr lang="en-US"/>
              <a:t>Please keep the title brief (6-10 words)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508C5-BD32-E184-6E92-A88E2DFDF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DE48D-D033-4769-9D28-4495A978085C}" type="datetime1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A9C5C-1AEA-FF78-C8FA-E6C28E0A4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3AE7D2-AF26-BFDE-F6B0-55A2020F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3A300190-6376-D09E-8452-E64650A4DC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1082039"/>
            <a:ext cx="11233150" cy="246221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58646"/>
      </p:ext>
    </p:extLst>
  </p:cSld>
  <p:clrMapOvr>
    <a:masterClrMapping/>
  </p:clrMapOvr>
</p:sldLayout>
</file>

<file path=ppt/slideMasters/_rels/g1_slideMaster1.xml.rels><?xml version='1.0' encoding='UTF-8' standalone='no'?>
<Relationships xmlns="http://schemas.openxmlformats.org/package/2006/relationships"><Relationship Id="rId1" Type="http://schemas.openxmlformats.org/officeDocument/2006/relationships/slideLayout" Target="../slideLayouts/g1_slideLayout1.xml"/><Relationship Id="rId2" Type="http://schemas.openxmlformats.org/officeDocument/2006/relationships/theme" Target="../theme/g1_theme1.xml"/></Relationships>
</file>

<file path=ppt/slideMasters/_rels/g2_slideMaster1.xml.rels><?xml version='1.0' encoding='UTF-8' standalone='no'?>
<Relationships xmlns="http://schemas.openxmlformats.org/package/2006/relationships"><Relationship Id="rId8" Type="http://schemas.openxmlformats.org/officeDocument/2006/relationships/slideLayout" Target="../slideLayouts/g2_slideLayout8.xml"/><Relationship Id="rId13" Type="http://schemas.openxmlformats.org/officeDocument/2006/relationships/slideLayout" Target="../slideLayouts/g2_slideLayout13.xml"/><Relationship Id="rId18" Type="http://schemas.openxmlformats.org/officeDocument/2006/relationships/slideLayout" Target="../slideLayouts/g2_slideLayout18.xml"/><Relationship Id="rId3" Type="http://schemas.openxmlformats.org/officeDocument/2006/relationships/slideLayout" Target="../slideLayouts/g2_slideLayout3.xml"/><Relationship Id="rId21" Type="http://schemas.openxmlformats.org/officeDocument/2006/relationships/theme" Target="../theme/g2_theme1.xml"/><Relationship Id="rId7" Type="http://schemas.openxmlformats.org/officeDocument/2006/relationships/slideLayout" Target="../slideLayouts/g2_slideLayout7.xml"/><Relationship Id="rId12" Type="http://schemas.openxmlformats.org/officeDocument/2006/relationships/slideLayout" Target="../slideLayouts/g2_slideLayout12.xml"/><Relationship Id="rId17" Type="http://schemas.openxmlformats.org/officeDocument/2006/relationships/slideLayout" Target="../slideLayouts/g2_slideLayout17.xml"/><Relationship Id="rId2" Type="http://schemas.openxmlformats.org/officeDocument/2006/relationships/slideLayout" Target="../slideLayouts/g2_slideLayout2.xml"/><Relationship Id="rId16" Type="http://schemas.openxmlformats.org/officeDocument/2006/relationships/slideLayout" Target="../slideLayouts/g2_slideLayout16.xml"/><Relationship Id="rId20" Type="http://schemas.openxmlformats.org/officeDocument/2006/relationships/slideLayout" Target="../slideLayouts/g2_slideLayout20.xml"/><Relationship Id="rId1" Type="http://schemas.openxmlformats.org/officeDocument/2006/relationships/slideLayout" Target="../slideLayouts/g2_slideLayout1.xml"/><Relationship Id="rId6" Type="http://schemas.openxmlformats.org/officeDocument/2006/relationships/slideLayout" Target="../slideLayouts/g2_slideLayout6.xml"/><Relationship Id="rId11" Type="http://schemas.openxmlformats.org/officeDocument/2006/relationships/slideLayout" Target="../slideLayouts/g2_slideLayout11.xml"/><Relationship Id="rId5" Type="http://schemas.openxmlformats.org/officeDocument/2006/relationships/slideLayout" Target="../slideLayouts/g2_slideLayout5.xml"/><Relationship Id="rId15" Type="http://schemas.openxmlformats.org/officeDocument/2006/relationships/slideLayout" Target="../slideLayouts/g2_slideLayout15.xml"/><Relationship Id="rId10" Type="http://schemas.openxmlformats.org/officeDocument/2006/relationships/slideLayout" Target="../slideLayouts/g2_slideLayout10.xml"/><Relationship Id="rId19" Type="http://schemas.openxmlformats.org/officeDocument/2006/relationships/slideLayout" Target="../slideLayouts/g2_slideLayout19.xml"/><Relationship Id="rId4" Type="http://schemas.openxmlformats.org/officeDocument/2006/relationships/slideLayout" Target="../slideLayouts/g2_slideLayout4.xml"/><Relationship Id="rId9" Type="http://schemas.openxmlformats.org/officeDocument/2006/relationships/slideLayout" Target="../slideLayouts/g2_slideLayout9.xml"/><Relationship Id="rId14" Type="http://schemas.openxmlformats.org/officeDocument/2006/relationships/slideLayout" Target="../slideLayouts/g2_slideLayout14.xml"/><Relationship Id="rId22" Type="http://schemas.openxmlformats.org/officeDocument/2006/relationships/image" Target="../media/g2_image1.png"/></Relationships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g1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g2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3EED7C-A448-06D8-A462-DCB544081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299" y="365125"/>
            <a:ext cx="114522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21B0F-F864-11AE-DAC8-6462FDEE5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825625"/>
            <a:ext cx="114522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 Click to edit Master text styles</a:t>
            </a:r>
          </a:p>
          <a:p>
            <a:pPr lvl="1"/>
            <a:r>
              <a:rPr lang="en-US"/>
              <a:t> 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BF789-5D48-4072-3B3D-457B82C682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8300" y="6492874"/>
            <a:ext cx="2865783" cy="23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040A47-5C3C-437F-A8FC-206CD0B3DAE9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E05ED-057D-8DFC-A893-3AE8AA796D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4"/>
            <a:ext cx="4114800" cy="23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87156-488D-30D6-2D50-EC6AF9264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7324" y="6492874"/>
            <a:ext cx="2743200" cy="23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012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  <p:sldLayoutId id="2147483763" r:id="rId17"/>
    <p:sldLayoutId id="2147483764" r:id="rId18"/>
    <p:sldLayoutId id="2147483765" r:id="rId19"/>
    <p:sldLayoutId id="2147483766" r:id="rId2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Segoe UI Semibold" panose="020B0702040204020203" pitchFamily="34" charset="0"/>
          <a:ea typeface="+mj-ea"/>
          <a:cs typeface="Segoe UI Semibold" panose="020B07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22"/>
        </a:buBlip>
        <a:defRPr sz="2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2"/>
        </a:buBlip>
        <a:defRPr sz="2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2"/>
        </a:buBlip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2"/>
        </a:buBlip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2"/>
        </a:buBlip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2" pos="232">
          <p15:clr>
            <a:srgbClr val="F26B43"/>
          </p15:clr>
        </p15:guide>
        <p15:guide id="3" pos="7446">
          <p15:clr>
            <a:srgbClr val="F26B43"/>
          </p15:clr>
        </p15:guide>
        <p15:guide id="4" orient="horz" pos="4088">
          <p15:clr>
            <a:srgbClr val="F26B43"/>
          </p15:clr>
        </p15:guide>
      </p15:sldGuideLst>
    </p:ext>
  </p:extLst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3EED7C-A448-06D8-A462-DCB544081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299" y="365125"/>
            <a:ext cx="114522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21B0F-F864-11AE-DAC8-6462FDEE5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825625"/>
            <a:ext cx="114522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 Click to edit Master text styles</a:t>
            </a:r>
          </a:p>
          <a:p>
            <a:pPr lvl="1"/>
            <a:r>
              <a:rPr lang="en-US"/>
              <a:t> 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BF789-5D48-4072-3B3D-457B82C682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8300" y="6492874"/>
            <a:ext cx="2865783" cy="23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040A47-5C3C-437F-A8FC-206CD0B3DAE9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E05ED-057D-8DFC-A893-3AE8AA796D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4"/>
            <a:ext cx="4114800" cy="23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87156-488D-30D6-2D50-EC6AF9264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7324" y="6492874"/>
            <a:ext cx="2743200" cy="23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012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  <p:sldLayoutId id="2147483742" r:id="rId18"/>
    <p:sldLayoutId id="2147483743" r:id="rId19"/>
    <p:sldLayoutId id="2147483744" r:id="rId20"/>
    <p:sldLayoutId id="2147483745" r:id="rId2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Segoe UI Semibold" panose="020B0702040204020203" pitchFamily="34" charset="0"/>
          <a:ea typeface="+mj-ea"/>
          <a:cs typeface="Segoe UI Semibold" panose="020B07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23"/>
        </a:buBlip>
        <a:defRPr sz="2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defRPr sz="2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2" pos="232">
          <p15:clr>
            <a:srgbClr val="F26B43"/>
          </p15:clr>
        </p15:guide>
        <p15:guide id="3" pos="7446">
          <p15:clr>
            <a:srgbClr val="F26B43"/>
          </p15:clr>
        </p15:guide>
        <p15:guide id="4" orient="horz" pos="4088">
          <p15:clr>
            <a:srgbClr val="F26B43"/>
          </p15:clr>
        </p15:guide>
      </p15:sldGuideLst>
    </p:ext>
  </p:extLst>
</p:sldMaster>
</file>

<file path=ppt/slides/_rels/g1_slide1.xml.rels><?xml version='1.0' encoding='UTF-8' standalone='no'?>
<Relationships xmlns="http://schemas.openxmlformats.org/package/2006/relationships"><Relationship Id="rId1" Type="http://schemas.openxmlformats.org/officeDocument/2006/relationships/image" Target="../media/g1_image-1-1.png"/><Relationship Id="rId2" Type="http://schemas.openxmlformats.org/officeDocument/2006/relationships/slideLayout" Target="../slideLayouts/g1_slideLayout1.xml"/></Relationships>
</file>

<file path=ppt/slides/_rels/g1_slide2.xml.rels><?xml version='1.0' encoding='UTF-8' standalone='no'?>
<Relationships xmlns="http://schemas.openxmlformats.org/package/2006/relationships"><Relationship Id="rId1" Type="http://schemas.openxmlformats.org/officeDocument/2006/relationships/image" Target="../media/g1_image-2-1.png"/><Relationship Id="rId2" Type="http://schemas.openxmlformats.org/officeDocument/2006/relationships/slideLayout" Target="../slideLayouts/g1_slideLayout1.xml"/></Relationships>
</file>

<file path=ppt/slides/_rels/g1_slide3.xml.rels><?xml version='1.0' encoding='UTF-8' standalone='no'?>
<Relationships xmlns="http://schemas.openxmlformats.org/package/2006/relationships"><Relationship Id="rId1" Type="http://schemas.openxmlformats.org/officeDocument/2006/relationships/image" Target="../media/g1_image-3-1.png"/><Relationship Id="rId2" Type="http://schemas.openxmlformats.org/officeDocument/2006/relationships/image" Target="../media/g1_image-3-2.png"/><Relationship Id="rId3" Type="http://schemas.openxmlformats.org/officeDocument/2006/relationships/slideLayout" Target="../slideLayouts/g1_slideLayout1.xml"/></Relationships>
</file>

<file path=ppt/slides/_rels/g1_slide4.xml.rels><?xml version='1.0' encoding='UTF-8' standalone='no'?>
<Relationships xmlns="http://schemas.openxmlformats.org/package/2006/relationships"><Relationship Id="rId1" Type="http://schemas.openxmlformats.org/officeDocument/2006/relationships/image" Target="../media/g1_image-4-1.png"/><Relationship Id="rId2" Type="http://schemas.openxmlformats.org/officeDocument/2006/relationships/slideLayout" Target="../slideLayouts/g1_slideLayout1.xml"/></Relationships>
</file>

<file path=ppt/slides/_rels/g1_slide5.xml.rels><?xml version='1.0' encoding='UTF-8' standalone='no'?>
<Relationships xmlns="http://schemas.openxmlformats.org/package/2006/relationships"><Relationship Id="rId1" Type="http://schemas.openxmlformats.org/officeDocument/2006/relationships/image" Target="../media/g1_image-5-1.png"/><Relationship Id="rId2" Type="http://schemas.openxmlformats.org/officeDocument/2006/relationships/slideLayout" Target="../slideLayouts/g1_slideLayout1.xml"/></Relationships>
</file>

<file path=ppt/slides/_rels/g1_slide6.xml.rels><?xml version='1.0' encoding='UTF-8' standalone='no'?>
<Relationships xmlns="http://schemas.openxmlformats.org/package/2006/relationships"><Relationship Id="rId1" Type="http://schemas.openxmlformats.org/officeDocument/2006/relationships/image" Target="../media/g1_image-6-1.png"/><Relationship Id="rId2" Type="http://schemas.openxmlformats.org/officeDocument/2006/relationships/slideLayout" Target="../slideLayouts/g1_slideLayout1.xml"/></Relationships>
</file>

<file path=ppt/slides/_rels/g1_slide7.xml.rels><?xml version='1.0' encoding='UTF-8' standalone='no'?>
<Relationships xmlns="http://schemas.openxmlformats.org/package/2006/relationships"><Relationship Id="rId1" Type="http://schemas.openxmlformats.org/officeDocument/2006/relationships/image" Target="../media/g1_image-7-1.png"/><Relationship Id="rId2" Type="http://schemas.openxmlformats.org/officeDocument/2006/relationships/slideLayout" Target="../slideLayouts/g1_slideLayout1.xml"/></Relationships>
</file>

<file path=ppt/slides/_rels/g1_slide8.xml.rels><?xml version='1.0' encoding='UTF-8' standalone='no'?>
<Relationships xmlns="http://schemas.openxmlformats.org/package/2006/relationships"><Relationship Id="rId1" Type="http://schemas.openxmlformats.org/officeDocument/2006/relationships/image" Target="../media/g1_image-8-1.png"/><Relationship Id="rId2" Type="http://schemas.openxmlformats.org/officeDocument/2006/relationships/slideLayout" Target="../slideLayouts/g1_slideLayout1.xml"/></Relationships>
</file>

<file path=ppt/slides/_rels/g1_slide9.xml.rels><?xml version='1.0' encoding='UTF-8' standalone='no'?>
<Relationships xmlns="http://schemas.openxmlformats.org/package/2006/relationships"><Relationship Id="rId1" Type="http://schemas.openxmlformats.org/officeDocument/2006/relationships/image" Target="../media/g1_image-9-1.png"/><Relationship Id="rId2" Type="http://schemas.openxmlformats.org/officeDocument/2006/relationships/slideLayout" Target="../slideLayouts/g1_slideLayout1.xml"/></Relationships>
</file>

<file path=ppt/slides/_rels/g1_slide10.xml.rels><?xml version='1.0' encoding='UTF-8' standalone='no'?>
<Relationships xmlns="http://schemas.openxmlformats.org/package/2006/relationships"><Relationship Id="rId1" Type="http://schemas.openxmlformats.org/officeDocument/2006/relationships/image" Target="../media/g1_image-10-1.png"/><Relationship Id="rId2" Type="http://schemas.openxmlformats.org/officeDocument/2006/relationships/slideLayout" Target="../slideLayouts/g1_slideLayout1.xml"/></Relationships>
</file>

<file path=ppt/slides/_rels/g1_slide11.xml.rels><?xml version='1.0' encoding='UTF-8' standalone='no'?>
<Relationships xmlns="http://schemas.openxmlformats.org/package/2006/relationships"><Relationship Id="rId1" Type="http://schemas.openxmlformats.org/officeDocument/2006/relationships/image" Target="../media/g1_image-11-1.png"/><Relationship Id="rId2" Type="http://schemas.openxmlformats.org/officeDocument/2006/relationships/slideLayout" Target="../slideLayouts/g1_slideLayout1.xml"/></Relationships>
</file>

<file path=ppt/slides/_rels/g1_slide12.xml.rels><?xml version='1.0' encoding='UTF-8' standalone='no'?>
<Relationships xmlns="http://schemas.openxmlformats.org/package/2006/relationships"><Relationship Id="rId1" Type="http://schemas.openxmlformats.org/officeDocument/2006/relationships/image" Target="../media/g1_image-12-1.png"/><Relationship Id="rId2" Type="http://schemas.openxmlformats.org/officeDocument/2006/relationships/slideLayout" Target="../slideLayouts/g1_slideLayout1.xml"/></Relationships>
</file>

<file path=ppt/slides/_rels/g2_slide1.xml.rels><?xml version='1.0' encoding='UTF-8' standalone='no'?>
<Relationships xmlns="http://schemas.openxmlformats.org/package/2006/relationships"><Relationship Id="rId1" Type="http://schemas.openxmlformats.org/officeDocument/2006/relationships/slideLayout" Target="../slideLayouts/g2_slideLayout17.xml"/></Relationships>
</file>

<file path=ppt/slides/_rels/slide1.xml.rels><?xml version='1.0' encoding='UTF-8' standalone='no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'1.0' encoding='UTF-8' standalone='no'?>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g1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" cy="68580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0"/>
            <a:ext cx="1584960" cy="92659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28960" y="146304"/>
            <a:ext cx="1316736" cy="633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" y="146304"/>
            <a:ext cx="1024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926592"/>
            <a:ext cx="12192000" cy="7315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516624"/>
            <a:ext cx="12192000" cy="24384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8224" y="652881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68224" y="6687312"/>
            <a:ext cx="4876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071360" y="658977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19456" y="1097280"/>
            <a:ext cx="5413248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9456" y="1097280"/>
            <a:ext cx="5413248" cy="609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1376" y="1304544"/>
            <a:ext cx="438912" cy="438912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1376" y="1304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26592" y="1219200"/>
            <a:ext cx="4535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Keyword-based search fails to surface semantically relevant business documents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193536" y="1097280"/>
            <a:ext cx="5413248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93536" y="1097280"/>
            <a:ext cx="5413248" cy="609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15456" y="1304544"/>
            <a:ext cx="438912" cy="438912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15456" y="1304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900672" y="1219200"/>
            <a:ext cx="4535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centralised vector store exists for embedding-based similarity queries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219456" y="2097024"/>
            <a:ext cx="5413248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19456" y="2097024"/>
            <a:ext cx="5413248" cy="609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41376" y="2304288"/>
            <a:ext cx="438912" cy="438912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1376" y="2304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926592" y="2218944"/>
            <a:ext cx="4535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retrieval latency exceeds acceptable thresholds for business workflows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193536" y="2097024"/>
            <a:ext cx="5413248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93536" y="2097024"/>
            <a:ext cx="5413248" cy="609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315456" y="2304288"/>
            <a:ext cx="438912" cy="438912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15456" y="2304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900672" y="2218944"/>
            <a:ext cx="4535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secure transmission standards exposes sensitive documents in transit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219456" y="3096768"/>
            <a:ext cx="5413248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19456" y="3096768"/>
            <a:ext cx="5413248" cy="609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1376" y="3304032"/>
            <a:ext cx="438912" cy="438912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41376" y="33040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926592" y="3218688"/>
            <a:ext cx="4535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API gateway to route and manage document retrieval requests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6193536" y="3096768"/>
            <a:ext cx="5413248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193536" y="3096768"/>
            <a:ext cx="5413248" cy="609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315456" y="3304032"/>
            <a:ext cx="438912" cy="438912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315456" y="33040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900672" y="3218688"/>
            <a:ext cx="4535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embedding generation pipeline prevents semantic indexing of documents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219456" y="5004816"/>
            <a:ext cx="5413248" cy="1341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19456" y="5004816"/>
            <a:ext cx="5413248" cy="609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90144" y="5126736"/>
            <a:ext cx="51450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390144" y="5443728"/>
            <a:ext cx="51450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users waste significant time on manual document search, reducing productivity and increasing risk of missing critical information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6193536" y="5004816"/>
            <a:ext cx="5413248" cy="1341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193536" y="5004816"/>
            <a:ext cx="5413248" cy="609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364224" y="5126736"/>
            <a:ext cx="51450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6364224" y="5443728"/>
            <a:ext cx="51450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keyword search infrastructure lacks vector embedding support and a modern async API layer for high-throughput AI workloads</a:t>
            </a:r>
            <a:endParaRPr lang="en-US" sz="1100" dirty="0"/>
          </a:p>
        </p:txBody>
      </p:sp>
    </p:spTree>
  </p:cSld>
  <p:clrMapOvr>
    <a:masterClrMapping/>
  </p:clrMapOvr>
</p:sld>
</file>

<file path=ppt/slides/g1_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" cy="68580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0"/>
            <a:ext cx="1584960" cy="92659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28960" y="146304"/>
            <a:ext cx="1316736" cy="633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" y="146304"/>
            <a:ext cx="1024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926592"/>
            <a:ext cx="12192000" cy="7315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516624"/>
            <a:ext cx="12192000" cy="24384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8224" y="652881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68224" y="6687312"/>
            <a:ext cx="4876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071360" y="658977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19456" y="1048512"/>
            <a:ext cx="11850624" cy="829056"/>
          </a:xfrm>
          <a:prstGeom prst="rect">
            <a:avLst/>
          </a:prstGeom>
          <a:solidFill>
            <a:srgbClr val="EDE9FE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9456" y="1048512"/>
            <a:ext cx="73152" cy="829056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8912" y="1121664"/>
            <a:ext cx="11436096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 frontend backed by async FastAPI gateway with JWT auth, Redis caching, cross-encoder reranking, semantic ChromaDB search, and full observability over TLS 1.3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68224" y="1999488"/>
            <a:ext cx="633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68224" y="2267712"/>
            <a:ext cx="2194560" cy="3048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68224" y="2572512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2064" y="2365248"/>
            <a:ext cx="6071616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Embeddings-centric ChromaDB vector store enabling true semantic similarity search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268224" y="3133344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2064" y="2926080"/>
            <a:ext cx="6071616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response cache serving repeated queries well under the 500ms SLA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268224" y="3694176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2064" y="3486912"/>
            <a:ext cx="6071616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authentication middleware protecting all document retrieval endpoints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268224" y="4255008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2064" y="4047744"/>
            <a:ext cx="6071616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reranker improving retrieval quality without breaching latency budget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268224" y="4815840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2064" y="4608576"/>
            <a:ext cx="6071616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and Prometheus observability stack validating p95 latency in production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7290816" y="1999488"/>
            <a:ext cx="4462272" cy="304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290816" y="1999488"/>
            <a:ext cx="4462272" cy="609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461504" y="2121408"/>
            <a:ext cx="419404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7461504" y="2438400"/>
            <a:ext cx="4194048" cy="251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documents through an embedding pipeline, persist vectors in ChromaDB, cache hot queries in Redis, rerank results via cross-encoder, enforce JWT auth, expose async FastAPI endpoints, and serve results via React SPA over TLS 1.3 with full observability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19456" y="5193792"/>
            <a:ext cx="11850624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19456" y="5193792"/>
            <a:ext cx="73152" cy="87782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63296" y="5266944"/>
            <a:ext cx="46329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60" kern="0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PATTERN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463296" y="5559552"/>
            <a:ext cx="1146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RAG-pattern SPA with async REST gateway, JWT auth middleware, Redis cache, reranker, vector store backend, and observability layer</a:t>
            </a:r>
            <a:endParaRPr lang="en-US" sz="1300" dirty="0"/>
          </a:p>
        </p:txBody>
      </p:sp>
    </p:spTree>
  </p:cSld>
  <p:clrMapOvr>
    <a:masterClrMapping/>
  </p:clrMapOvr>
</p:sld>
</file>

<file path=ppt/slides/g1_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" cy="68580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0"/>
            <a:ext cx="1584960" cy="92659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28960" y="146304"/>
            <a:ext cx="1316736" cy="633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" y="146304"/>
            <a:ext cx="1024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 Diagram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926592"/>
            <a:ext cx="12192000" cy="7315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516624"/>
            <a:ext cx="12192000" cy="24384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8224" y="652881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68224" y="6687312"/>
            <a:ext cx="4876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071360" y="658977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19456" y="1048512"/>
            <a:ext cx="11850624" cy="5370576"/>
          </a:xfrm>
          <a:prstGeom prst="rect">
            <a:avLst/>
          </a:prstGeom>
        </p:spPr>
      </p:pic>
    </p:spTree>
  </p:cSld>
  <p:clrMapOvr>
    <a:masterClrMapping/>
  </p:clrMapOvr>
</p:sld>
</file>

<file path=ppt/slides/g1_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" cy="68580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0"/>
            <a:ext cx="1584960" cy="92659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28960" y="146304"/>
            <a:ext cx="1316736" cy="633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" y="146304"/>
            <a:ext cx="1024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Breakdown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926592"/>
            <a:ext cx="12192000" cy="7315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516624"/>
            <a:ext cx="12192000" cy="24384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8224" y="652881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68224" y="6687312"/>
            <a:ext cx="4876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071360" y="658977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19456" y="1048512"/>
            <a:ext cx="54864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9456" y="1048512"/>
            <a:ext cx="5486400" cy="609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0144" y="1170432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 / API Client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90144" y="1487424"/>
            <a:ext cx="2740761" cy="243840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8912" y="1511808"/>
            <a:ext cx="2643225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Browser, REST Client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90144" y="1780032"/>
            <a:ext cx="5193792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for all user search interactions and document queries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93536" y="1048512"/>
            <a:ext cx="54864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93536" y="1048512"/>
            <a:ext cx="5486400" cy="609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64224" y="1170432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Single-Page Application Frontend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364224" y="1487424"/>
            <a:ext cx="4640274" cy="243840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12992" y="1511808"/>
            <a:ext cx="454273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TypeScript, Axios, Vite, TailwindCSS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364224" y="1780032"/>
            <a:ext cx="5193792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search UI, sends authenticated query requests, displays ranked document results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19456" y="2365248"/>
            <a:ext cx="54864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19456" y="2365248"/>
            <a:ext cx="5486400" cy="609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90144" y="2487168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Reverse Proxy Layer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90144" y="2804160"/>
            <a:ext cx="5040173" cy="243840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38912" y="2828544"/>
            <a:ext cx="4942637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NGINX, TLS 1.3, SSL Certificates, Let's Encrypt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90144" y="3096768"/>
            <a:ext cx="5193792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Terminates TLS 1.3 connections and forwards traffic securely to FastAPI gateway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193536" y="2365248"/>
            <a:ext cx="54864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193536" y="2365248"/>
            <a:ext cx="5486400" cy="609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364224" y="2487168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and Authorisation Middleware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364224" y="2804160"/>
            <a:ext cx="5145024" cy="243840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12992" y="2828544"/>
            <a:ext cx="504748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Middleware, Python-Jose, OAuth2, JWT, Pydantic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364224" y="3096768"/>
            <a:ext cx="5193792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JWT tokens, enforces RBAC, and rejects unauthorised document access requests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219456" y="3681984"/>
            <a:ext cx="54864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19456" y="3681984"/>
            <a:ext cx="5486400" cy="609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90144" y="3803904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Async REST API Gateway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390144" y="4120896"/>
            <a:ext cx="5145024" cy="243840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38912" y="4145280"/>
            <a:ext cx="504748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Python 3.11, Pydantic, Uvicorn, LangChain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390144" y="4413504"/>
            <a:ext cx="5193792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authenticated API requests, orchestrates embedding, cache, and retrieval pipeline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193536" y="3681984"/>
            <a:ext cx="54864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193536" y="3681984"/>
            <a:ext cx="5486400" cy="609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364224" y="3803904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Query Response Cache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6364224" y="4120896"/>
            <a:ext cx="5145024" cy="243840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412992" y="4145280"/>
            <a:ext cx="504748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Redis, redis-py, TTL-based eviction, JSON serialisation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6364224" y="4413504"/>
            <a:ext cx="5193792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Caches embeddings and top-K results for repeated queries to enforce sub-500ms SLA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219456" y="4998720"/>
            <a:ext cx="54864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19456" y="4998720"/>
            <a:ext cx="5486400" cy="609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90144" y="5120640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Embedding Generation Service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390144" y="5437632"/>
            <a:ext cx="5145024" cy="243840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38912" y="5462016"/>
            <a:ext cx="504748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Transformers, HuggingFace, all-MiniLM-L6-v2, Python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390144" y="5730240"/>
            <a:ext cx="5193792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raw document text and query strings into dense vector embeddings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6193536" y="4998720"/>
            <a:ext cx="54864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193536" y="4998720"/>
            <a:ext cx="5486400" cy="609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364224" y="5120640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Store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6364224" y="5437632"/>
            <a:ext cx="3840480" cy="243840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412992" y="5462016"/>
            <a:ext cx="3742944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ChromaDB, HNSW Index, Python Client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6364224" y="5730240"/>
            <a:ext cx="5193792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document embeddings and executes HNSW-based similarity search queries</a:t>
            </a:r>
            <a:endParaRPr lang="en-US" sz="1000" dirty="0"/>
          </a:p>
        </p:txBody>
      </p:sp>
    </p:spTree>
  </p:cSld>
  <p:clrMapOvr>
    <a:masterClrMapping/>
  </p:clrMapOvr>
</p:sld>
</file>

<file path=ppt/slides/g1_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" cy="68580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0"/>
            <a:ext cx="1584960" cy="92659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28960" y="146304"/>
            <a:ext cx="1316736" cy="633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" y="146304"/>
            <a:ext cx="1024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926592"/>
            <a:ext cx="12192000" cy="7315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516624"/>
            <a:ext cx="12192000" cy="24384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8224" y="652881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68224" y="6687312"/>
            <a:ext cx="4876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071360" y="658977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58368" y="1048512"/>
            <a:ext cx="5218176" cy="6339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1048512"/>
            <a:ext cx="5218176" cy="48768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9456" y="1158240"/>
            <a:ext cx="438912" cy="438912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9456" y="1158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9056" y="1158240"/>
            <a:ext cx="499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a natural language search query in the React SPA frontend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14528" y="1682496"/>
            <a:ext cx="24384" cy="8534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8368" y="1767840"/>
            <a:ext cx="5218176" cy="633984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" y="1767840"/>
            <a:ext cx="5218176" cy="4876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19456" y="1877568"/>
            <a:ext cx="438912" cy="43891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19456" y="18775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29056" y="1877568"/>
            <a:ext cx="499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 sends HTTPS POST with JWT Bearer token to NGINX reverse proxy over TLS 1.3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14528" y="2401824"/>
            <a:ext cx="24384" cy="8534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8368" y="2487168"/>
            <a:ext cx="5218176" cy="6339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8368" y="2487168"/>
            <a:ext cx="5218176" cy="48768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19456" y="2596896"/>
            <a:ext cx="438912" cy="438912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9456" y="25968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29056" y="2596896"/>
            <a:ext cx="499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terminates TLS and forwards request to JWT Auth Middleware for token validation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14528" y="3121152"/>
            <a:ext cx="24384" cy="8534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58368" y="3206496"/>
            <a:ext cx="5218176" cy="633984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58368" y="3206496"/>
            <a:ext cx="5218176" cy="4876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19456" y="3316224"/>
            <a:ext cx="438912" cy="43891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19456" y="3316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29056" y="3316224"/>
            <a:ext cx="499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Middleware validates JWT, enforces RBAC, and passes authorised request to FastAPI gateway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14528" y="3840480"/>
            <a:ext cx="24384" cy="8534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729984" y="1048512"/>
            <a:ext cx="5218176" cy="6339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729984" y="1048512"/>
            <a:ext cx="5218176" cy="48768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291072" y="1158240"/>
            <a:ext cx="438912" cy="438912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291072" y="1158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900672" y="1158240"/>
            <a:ext cx="499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gateway checks Redis cache for matching query embedding and result set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6486144" y="1682496"/>
            <a:ext cx="24384" cy="8534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729984" y="1767840"/>
            <a:ext cx="5218176" cy="633984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729984" y="1767840"/>
            <a:ext cx="5218176" cy="4876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291072" y="1877568"/>
            <a:ext cx="438912" cy="43891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291072" y="18775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6900672" y="1877568"/>
            <a:ext cx="499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cache miss, FastAPI sends query text to Embedding Service for dense vector conversion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6486144" y="2401824"/>
            <a:ext cx="24384" cy="8534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729984" y="2487168"/>
            <a:ext cx="5218176" cy="6339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729984" y="2487168"/>
            <a:ext cx="5218176" cy="48768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291072" y="2596896"/>
            <a:ext cx="438912" cy="438912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291072" y="25968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6900672" y="2596896"/>
            <a:ext cx="499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executes HNSW similarity search against ChromaDB using the query vector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6486144" y="3121152"/>
            <a:ext cx="24384" cy="8534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729984" y="3206496"/>
            <a:ext cx="5218176" cy="633984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729984" y="3206496"/>
            <a:ext cx="5218176" cy="4876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6291072" y="3316224"/>
            <a:ext cx="438912" cy="43891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291072" y="3316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6900672" y="3316224"/>
            <a:ext cx="499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returns top-K candidate document chunks to the Cross-Encoder Reranker</a:t>
            </a:r>
            <a:endParaRPr lang="en-US" sz="1100" dirty="0"/>
          </a:p>
        </p:txBody>
      </p:sp>
    </p:spTree>
  </p:cSld>
  <p:clrMapOvr>
    <a:masterClrMapping/>
  </p:clrMapOvr>
</p:sld>
</file>

<file path=ppt/slides/g1_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" cy="68580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0"/>
            <a:ext cx="1584960" cy="92659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28960" y="146304"/>
            <a:ext cx="1316736" cy="633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" y="146304"/>
            <a:ext cx="1024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926592"/>
            <a:ext cx="12192000" cy="7315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516624"/>
            <a:ext cx="12192000" cy="24384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8224" y="652881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68224" y="6687312"/>
            <a:ext cx="4876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071360" y="658977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19456" y="1048512"/>
            <a:ext cx="3681984" cy="18044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9456" y="1048512"/>
            <a:ext cx="3681984" cy="43891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1376" y="1121664"/>
            <a:ext cx="3462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41376" y="1560576"/>
            <a:ext cx="34625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267200" y="1048512"/>
            <a:ext cx="3681984" cy="18044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67200" y="1048512"/>
            <a:ext cx="3681984" cy="43891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89120" y="1121664"/>
            <a:ext cx="3462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389120" y="1560576"/>
            <a:ext cx="34625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144256" y="1048512"/>
            <a:ext cx="3681984" cy="18044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144256" y="1048512"/>
            <a:ext cx="3681984" cy="43891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66176" y="1121664"/>
            <a:ext cx="3462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266176" y="1560576"/>
            <a:ext cx="34625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Transformers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ms-marco-MiniLM Cross-Encoder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219456" y="2974848"/>
            <a:ext cx="3681984" cy="18044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19456" y="2974848"/>
            <a:ext cx="3681984" cy="43891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41376" y="3048000"/>
            <a:ext cx="3462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41376" y="3486912"/>
            <a:ext cx="34625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Index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PyPDF2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Chunking Pipeline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267200" y="2974848"/>
            <a:ext cx="3681984" cy="18044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267200" y="2974848"/>
            <a:ext cx="3681984" cy="43891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389120" y="3048000"/>
            <a:ext cx="3462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389120" y="3486912"/>
            <a:ext cx="34625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8144256" y="2974848"/>
            <a:ext cx="3681984" cy="18044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144256" y="2974848"/>
            <a:ext cx="3681984" cy="43891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66176" y="3048000"/>
            <a:ext cx="3462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8266176" y="3486912"/>
            <a:ext cx="34625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/ OAuth2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Python-Jose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Policy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Hardening</a:t>
            </a:r>
            <a:endParaRPr lang="en-US" sz="1050" dirty="0"/>
          </a:p>
        </p:txBody>
      </p:sp>
    </p:spTree>
  </p:cSld>
  <p:clrMapOvr>
    <a:masterClrMapping/>
  </p:clrMapOvr>
</p:sld>
</file>

<file path=ppt/slides/g1_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" cy="68580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0"/>
            <a:ext cx="1584960" cy="92659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28960" y="146304"/>
            <a:ext cx="1316736" cy="633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" y="146304"/>
            <a:ext cx="1024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Capabilities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926592"/>
            <a:ext cx="12192000" cy="7315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516624"/>
            <a:ext cx="12192000" cy="24384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8224" y="652881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68224" y="6687312"/>
            <a:ext cx="4876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071360" y="658977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19456" y="1048512"/>
            <a:ext cx="5510784" cy="7802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9456" y="1048512"/>
            <a:ext cx="5510784" cy="609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1376" y="1219200"/>
            <a:ext cx="414528" cy="414528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1376" y="1219200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77824" y="1146048"/>
            <a:ext cx="4730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Embeddings-centric ChromaDB vector store enabling true semantic similarity search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19456" y="1926336"/>
            <a:ext cx="5510784" cy="780288"/>
          </a:xfrm>
          <a:prstGeom prst="rect">
            <a:avLst/>
          </a:prstGeom>
          <a:solidFill>
            <a:srgbClr val="FAFAFE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19456" y="1926336"/>
            <a:ext cx="5510784" cy="609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1376" y="2097024"/>
            <a:ext cx="414528" cy="414528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1376" y="2097024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77824" y="2023872"/>
            <a:ext cx="4730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response cache serving repeated queries well under the 500ms SLA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19456" y="2804160"/>
            <a:ext cx="5510784" cy="7802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19456" y="2804160"/>
            <a:ext cx="5510784" cy="60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41376" y="2974848"/>
            <a:ext cx="414528" cy="4145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1376" y="2974848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77824" y="2901696"/>
            <a:ext cx="4730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authentication middleware protecting all document retrieval endpoints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19456" y="3681984"/>
            <a:ext cx="5510784" cy="780288"/>
          </a:xfrm>
          <a:prstGeom prst="rect">
            <a:avLst/>
          </a:prstGeom>
          <a:solidFill>
            <a:srgbClr val="FAFAFE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19456" y="3681984"/>
            <a:ext cx="5510784" cy="609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41376" y="3852672"/>
            <a:ext cx="414528" cy="414528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41376" y="3852672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77824" y="3779520"/>
            <a:ext cx="4730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reranker improving retrieval quality without breaching latency budget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219456" y="4559808"/>
            <a:ext cx="5510784" cy="7802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19456" y="4559808"/>
            <a:ext cx="5510784" cy="609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1376" y="4730496"/>
            <a:ext cx="414528" cy="414528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41376" y="4730496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77824" y="4657344"/>
            <a:ext cx="4730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and Prometheus observability stack validating p95 latency in production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193536" y="1048512"/>
            <a:ext cx="5510784" cy="7802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193536" y="1048512"/>
            <a:ext cx="5510784" cy="609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315456" y="1219200"/>
            <a:ext cx="414528" cy="414528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315456" y="1219200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851904" y="1146048"/>
            <a:ext cx="4730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business documents with end-to-end latency under 500ms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193536" y="1926336"/>
            <a:ext cx="5510784" cy="780288"/>
          </a:xfrm>
          <a:prstGeom prst="rect">
            <a:avLst/>
          </a:prstGeom>
          <a:solidFill>
            <a:srgbClr val="FAFAFE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193536" y="1926336"/>
            <a:ext cx="5510784" cy="609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315456" y="2097024"/>
            <a:ext cx="414528" cy="414528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315456" y="2097024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6851904" y="2023872"/>
            <a:ext cx="4730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vector-based semantic search using embedding models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6193536" y="2804160"/>
            <a:ext cx="5510784" cy="7802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193536" y="2804160"/>
            <a:ext cx="5510784" cy="60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315456" y="2974848"/>
            <a:ext cx="414528" cy="4145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315456" y="2974848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6851904" y="2901696"/>
            <a:ext cx="4730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all data transmission using TLS 1.3 encryption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6193536" y="3681984"/>
            <a:ext cx="5510784" cy="780288"/>
          </a:xfrm>
          <a:prstGeom prst="rect">
            <a:avLst/>
          </a:prstGeom>
          <a:solidFill>
            <a:srgbClr val="FAFAFE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193536" y="3681984"/>
            <a:ext cx="5510784" cy="609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315456" y="3852672"/>
            <a:ext cx="414528" cy="414528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315456" y="3852672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6851904" y="3779520"/>
            <a:ext cx="4730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scalable RAG-pattern architecture for document querying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6193536" y="4559808"/>
            <a:ext cx="5510784" cy="7802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6193536" y="4559808"/>
            <a:ext cx="5510784" cy="609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315456" y="4730496"/>
            <a:ext cx="414528" cy="414528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315456" y="4730496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6851904" y="4657344"/>
            <a:ext cx="4730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an intuitive React SPA interface for document search interactions</a:t>
            </a:r>
            <a:endParaRPr lang="en-US" sz="1100" dirty="0"/>
          </a:p>
        </p:txBody>
      </p:sp>
    </p:spTree>
  </p:cSld>
  <p:clrMapOvr>
    <a:masterClrMapping/>
  </p:clrMapOvr>
</p:sld>
</file>

<file path=ppt/slides/g1_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" cy="68580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0"/>
            <a:ext cx="1584960" cy="92659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28960" y="146304"/>
            <a:ext cx="1316736" cy="633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" y="146304"/>
            <a:ext cx="1024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926592"/>
            <a:ext cx="12192000" cy="7315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516624"/>
            <a:ext cx="12192000" cy="24384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8224" y="652881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68224" y="6687312"/>
            <a:ext cx="4876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071360" y="658977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19456" y="1048512"/>
            <a:ext cx="5510784" cy="1292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9456" y="1048512"/>
            <a:ext cx="5510784" cy="39014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1376" y="1109472"/>
            <a:ext cx="529132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65760" y="1487424"/>
            <a:ext cx="524256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single-node baseline; Redis cache reduces vector search load; horizontal scaling via Qdrant or Weaviate for &gt;1M documents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93536" y="1048512"/>
            <a:ext cx="5510784" cy="1292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3536" y="1048512"/>
            <a:ext cx="5510784" cy="39014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15456" y="1109472"/>
            <a:ext cx="529132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339840" y="1487424"/>
            <a:ext cx="524256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enforced end-to-end; JWT RBAC on all endpoints; CORS restricted to known origins; no plaintext transmission permitted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19456" y="2487168"/>
            <a:ext cx="5510784" cy="1292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19456" y="2487168"/>
            <a:ext cx="5510784" cy="39014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1376" y="2548128"/>
            <a:ext cx="529132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65760" y="2926080"/>
            <a:ext cx="524256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99.9% uptime; containerised deployment enables rapid restart, health-check recovery, and Redis failover via Sentinel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193536" y="2487168"/>
            <a:ext cx="5510784" cy="1292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193536" y="2487168"/>
            <a:ext cx="5510784" cy="39014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15456" y="2548128"/>
            <a:ext cx="529132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339840" y="2926080"/>
            <a:ext cx="524256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Sub-500ms p95 latency via Redis cache hit path, async FastAPI, HNSW indexing, lightweight embedding model, and cross-encoder reranking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19456" y="3925824"/>
            <a:ext cx="5510784" cy="1292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19456" y="3925824"/>
            <a:ext cx="5510784" cy="39014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41376" y="3986784"/>
            <a:ext cx="529132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65760" y="4364736"/>
            <a:ext cx="524256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Data-at-rest encryption recommended; JWT audit trail and OpenTelemetry access logs on all document endpoints for regulatory traceability</a:t>
            </a:r>
            <a:endParaRPr lang="en-US" sz="1100" dirty="0"/>
          </a:p>
        </p:txBody>
      </p:sp>
    </p:spTree>
  </p:cSld>
  <p:clrMapOvr>
    <a:masterClrMapping/>
  </p:clrMapOvr>
</p:sld>
</file>

<file path=ppt/slides/g1_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" cy="68580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0"/>
            <a:ext cx="1584960" cy="92659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28960" y="146304"/>
            <a:ext cx="1316736" cy="633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" y="146304"/>
            <a:ext cx="1024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926592"/>
            <a:ext cx="12192000" cy="7315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516624"/>
            <a:ext cx="12192000" cy="24384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8224" y="652881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68224" y="6687312"/>
            <a:ext cx="4876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071360" y="658977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68224" y="1048512"/>
            <a:ext cx="3730752" cy="541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8224" y="1048512"/>
            <a:ext cx="3730752" cy="7315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0144" y="1097280"/>
            <a:ext cx="3560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1 - Foundation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90144" y="1487424"/>
            <a:ext cx="3560064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1-4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90144" y="1877568"/>
            <a:ext cx="3511296" cy="585216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7680" y="2060448"/>
            <a:ext cx="195072" cy="195072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5904" y="1938528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FastAPI project with async endpoints, Pydantic schemas, and JWT auth middleware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90144" y="2548128"/>
            <a:ext cx="3511296" cy="585216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87680" y="2731008"/>
            <a:ext cx="195072" cy="195072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5904" y="2609088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NGINX reverse proxy with TLS 1.3 certificate and strict CORS policy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90144" y="3218688"/>
            <a:ext cx="3511296" cy="585216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7680" y="3401568"/>
            <a:ext cx="195072" cy="195072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5904" y="3279648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 ChromaDB instance and validate embedding storage and HNSW retrieval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90144" y="3889248"/>
            <a:ext cx="3511296" cy="585216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87680" y="4072128"/>
            <a:ext cx="195072" cy="195072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5904" y="3950208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React SPA with search input, JWT login flow, results display, and API integration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169664" y="1048512"/>
            <a:ext cx="3730752" cy="541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69664" y="1048512"/>
            <a:ext cx="3730752" cy="7315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291584" y="1097280"/>
            <a:ext cx="3560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2 - Core Build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291584" y="1487424"/>
            <a:ext cx="3560064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5-10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291584" y="1877568"/>
            <a:ext cx="3511296" cy="585216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389120" y="2060448"/>
            <a:ext cx="195072" cy="19507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657344" y="1938528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document ingestion pipeline with chunking, embedding, and ChromaDB indexing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291584" y="2548128"/>
            <a:ext cx="3511296" cy="585216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389120" y="2731008"/>
            <a:ext cx="195072" cy="19507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657344" y="2609088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semantic search endpoint with Redis cache, top-K retrieval, and cross-encoder reranking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291584" y="3218688"/>
            <a:ext cx="3511296" cy="585216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389120" y="3401568"/>
            <a:ext cx="195072" cy="19507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657344" y="3279648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Sentence Transformers and cross-encoder reranker into FastAPI orchestration pipeline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4291584" y="3889248"/>
            <a:ext cx="3511296" cy="585216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389120" y="4072128"/>
            <a:ext cx="195072" cy="19507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657344" y="3950208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FastAPI with OpenTelemetry traces and Prometheus metrics for per-request latency tracking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8071104" y="1048512"/>
            <a:ext cx="3730752" cy="541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071104" y="1048512"/>
            <a:ext cx="3730752" cy="7315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193024" y="1097280"/>
            <a:ext cx="3560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3 - Scale &amp; Optimise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8193024" y="1487424"/>
            <a:ext cx="3560064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11-16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8193024" y="1877568"/>
            <a:ext cx="3511296" cy="585216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290560" y="2060448"/>
            <a:ext cx="195072" cy="1950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558784" y="1938528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 system to validate sub-500ms p95 latency under 500 concurrent authenticated users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8193024" y="2548128"/>
            <a:ext cx="3511296" cy="585216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290560" y="2731008"/>
            <a:ext cx="195072" cy="1950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558784" y="2609088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Grafana dashboards with SLA alerting on p95 latency, cache hit rate, and error rate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8193024" y="3218688"/>
            <a:ext cx="3511296" cy="585216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8290560" y="3401568"/>
            <a:ext cx="195072" cy="1950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558784" y="3279648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ChromaDB scaling limits and document migration path to Qdrant or Weaviate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8193024" y="3889248"/>
            <a:ext cx="3511296" cy="585216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8290560" y="4072128"/>
            <a:ext cx="195072" cy="1950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558784" y="3950208"/>
            <a:ext cx="3048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JWT RBAC with role-scoped document access policies and refresh token rotation</a:t>
            </a:r>
            <a:endParaRPr lang="en-US" sz="900" dirty="0"/>
          </a:p>
        </p:txBody>
      </p:sp>
    </p:spTree>
  </p:cSld>
  <p:clrMapOvr>
    <a:masterClrMapping/>
  </p:clrMapOvr>
</p:sld>
</file>

<file path=ppt/slides/g1_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" cy="68580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0"/>
            <a:ext cx="1584960" cy="92659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28960" y="146304"/>
            <a:ext cx="1316736" cy="633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" y="146304"/>
            <a:ext cx="1024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Assumptions &amp; Open Questions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926592"/>
            <a:ext cx="12192000" cy="7315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516624"/>
            <a:ext cx="12192000" cy="24384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8224" y="652881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68224" y="6687312"/>
            <a:ext cx="4876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071360" y="658977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19456" y="1048512"/>
            <a:ext cx="3706368" cy="541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9456" y="1048512"/>
            <a:ext cx="3706368" cy="48768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1376" y="1048512"/>
            <a:ext cx="3535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41376" y="1633728"/>
            <a:ext cx="3486912" cy="975360"/>
          </a:xfrm>
          <a:prstGeom prst="rect">
            <a:avLst/>
          </a:prstGeom>
          <a:solidFill>
            <a:srgbClr val="FAFA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1376" y="1633728"/>
            <a:ext cx="60960" cy="975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3296" y="1706880"/>
            <a:ext cx="331622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single-node architecture becomes a bottleneck at high document volumes or query concurrency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63296" y="2097024"/>
            <a:ext cx="3316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volume thresholds early; Redis cache reduces ChromaDB load; plan migration to Qdrant if exceeded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41376" y="2694432"/>
            <a:ext cx="3486912" cy="975360"/>
          </a:xfrm>
          <a:prstGeom prst="rect">
            <a:avLst/>
          </a:prstGeom>
          <a:solidFill>
            <a:srgbClr val="FAFA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41376" y="2694432"/>
            <a:ext cx="60960" cy="975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3296" y="2767584"/>
            <a:ext cx="331622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reranker adds inference latency that pushes p95 query time beyond 500ms SLA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63296" y="3157728"/>
            <a:ext cx="3316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reranker to top-20 candidates; use lightweight ms-marco-MiniLM model; benchmark and gate on latency budget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41376" y="3755136"/>
            <a:ext cx="3486912" cy="975360"/>
          </a:xfrm>
          <a:prstGeom prst="rect">
            <a:avLst/>
          </a:prstGeom>
          <a:solidFill>
            <a:srgbClr val="FAFA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41376" y="3755136"/>
            <a:ext cx="60960" cy="975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3296" y="3828288"/>
            <a:ext cx="331622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or misconfigured JWT auth exposes sensitive business documents to unauthorised access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63296" y="4218432"/>
            <a:ext cx="3316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JWT validation in auth middleware before all gateway routes; add integration tests for auth bypass scenarios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41376" y="4815840"/>
            <a:ext cx="3486912" cy="975360"/>
          </a:xfrm>
          <a:prstGeom prst="rect">
            <a:avLst/>
          </a:prstGeom>
          <a:solidFill>
            <a:srgbClr val="FAFA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41376" y="4815840"/>
            <a:ext cx="60960" cy="975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63296" y="4888992"/>
            <a:ext cx="331622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 staleness returns outdated document results after corpus updates or deletions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63296" y="5279136"/>
            <a:ext cx="3316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TTL-based eviction and cache invalidation hooks triggered by ingestion pipeline updates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218432" y="1048512"/>
            <a:ext cx="3706368" cy="541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218432" y="1048512"/>
            <a:ext cx="3706368" cy="48768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340352" y="1048512"/>
            <a:ext cx="3535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340352" y="1840992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584192" y="1633728"/>
            <a:ext cx="321868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documents are available in digital formats such as PDF, DOCX, or plain text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340352" y="2377440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84192" y="2170176"/>
            <a:ext cx="321868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 or on-premise VM with sufficient RAM is available to host ChromaDB, Redis, and FastAPI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340352" y="2913888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584192" y="2706624"/>
            <a:ext cx="321868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certificates are obtainable via Let's Encrypt or an existing enterprise certificate authority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4340352" y="3450336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584192" y="3243072"/>
            <a:ext cx="321868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Transformers and cross-encoder model accuracy is sufficient for the target document domain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340352" y="3986784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84192" y="3779520"/>
            <a:ext cx="321868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document corpus fits within ChromaDB single-node capacity for Phase 1 and Phase 2 delivery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8217408" y="1048512"/>
            <a:ext cx="3706368" cy="541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217408" y="1048512"/>
            <a:ext cx="3706368" cy="48768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339328" y="1048512"/>
            <a:ext cx="3535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8339328" y="1840992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583168" y="1633728"/>
            <a:ext cx="321868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expected total document corpus size and projected monthly ingestion volume?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8339328" y="2377440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583168" y="2170176"/>
            <a:ext cx="321868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role-based access control requirements defining which users can access which document sets?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8339328" y="2913888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583168" y="2706624"/>
            <a:ext cx="321868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the system support multi-modal documents including images, tables, or scanned OCR PDFs?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8339328" y="3450336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583168" y="3243072"/>
            <a:ext cx="321868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preference for cloud provider or must the system be deployed fully on-premise?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8339328" y="3986784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583168" y="3779520"/>
            <a:ext cx="321868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acceptable data retention and document deletion policy for compliance and audit purposes?</a:t>
            </a:r>
            <a:endParaRPr lang="en-US" sz="1050" dirty="0"/>
          </a:p>
        </p:txBody>
      </p:sp>
    </p:spTree>
  </p:cSld>
  <p:clrMapOvr>
    <a:masterClrMapping/>
  </p:clrMapOvr>
</p:sld>
</file>

<file path=ppt/slides/g1_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" cy="68580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0"/>
            <a:ext cx="1584960" cy="92659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28960" y="146304"/>
            <a:ext cx="1316736" cy="633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" y="146304"/>
            <a:ext cx="1024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and Review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926592"/>
            <a:ext cx="12192000" cy="7315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516624"/>
            <a:ext cx="12192000" cy="24384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8224" y="652881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68224" y="6687312"/>
            <a:ext cx="4876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071360" y="658977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19456" y="1255776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3296" y="1048512"/>
            <a:ext cx="11484864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FastAPI REST gateway response times meet the sub-500ms latency requirement under load.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19456" y="1816608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3296" y="1609344"/>
            <a:ext cx="11484864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ChromaDB vector store query accuracy and relevance for semantic search use cases.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219456" y="2377440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3296" y="2170176"/>
            <a:ext cx="11484864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TLS 1.3 implementation is enforced across all React frontend to backend communications.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219456" y="2938272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3296" y="2731008"/>
            <a:ext cx="11484864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React SPA usability feedback from business users performing document retrieval workflows.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219456" y="3499104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3296" y="3291840"/>
            <a:ext cx="11484864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ChromaDB indexing performance and scalability as document volume increases over time.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219456" y="4059936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3296" y="3852672"/>
            <a:ext cx="11484864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security audit findings on FastAPI endpoints to ensure compliance with TLS 1.3 standards.</a:t>
            </a:r>
            <a:endParaRPr lang="en-US" sz="1150" dirty="0"/>
          </a:p>
        </p:txBody>
      </p:sp>
    </p:spTree>
  </p:cSld>
  <p:clrMapOvr>
    <a:masterClrMapping/>
  </p:clrMapOvr>
</p:sld>
</file>

<file path=ppt/slides/g1_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" cy="68580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0"/>
            <a:ext cx="1584960" cy="92659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28960" y="146304"/>
            <a:ext cx="1316736" cy="633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" y="146304"/>
            <a:ext cx="1024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Extensions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926592"/>
            <a:ext cx="12192000" cy="7315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516624"/>
            <a:ext cx="12192000" cy="24384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8224" y="652881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68224" y="6687312"/>
            <a:ext cx="4876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071360" y="658977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Document Retrieval System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19456" y="1255776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3296" y="1048512"/>
            <a:ext cx="11484864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ChromaDB vector store to support multi-tenant document collections for enterprise clients.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19456" y="1816608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3296" y="1609344"/>
            <a:ext cx="11484864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FastAPI REST gateway with GraphQL endpoints for flexible document query filtering.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219456" y="2377440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3296" y="2170176"/>
            <a:ext cx="11484864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hybrid search combining ChromaDB semantic vectors with keyword-based BM25 ranking.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219456" y="2938272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3296" y="2731008"/>
            <a:ext cx="11484864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React SPA dashboard for real-time retrieval latency monitoring against the 500ms SLA.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219456" y="3499104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3296" y="3291840"/>
            <a:ext cx="11484864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mutual TLS 1.3 authentication between FastAPI gateway and ChromaDB for zero-trust security.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219456" y="4059936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3296" y="3852672"/>
            <a:ext cx="11484864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FastAPI backend horizontally using Kubernetes to handle concurrent semantic search workloads.</a:t>
            </a:r>
            <a:endParaRPr lang="en-US" sz="1150" dirty="0"/>
          </a:p>
        </p:txBody>
      </p:sp>
    </p:spTree>
  </p:cSld>
  <p:clrMapOvr>
    <a:masterClrMapping/>
  </p:clrMapOvr>
</p:sld>
</file>

<file path=ppt/slides/g2_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E5A368E-AA12-D356-C62A-1E982175E0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en-US"/>
              <a:t>Danke . Gracias . Arigato . </a:t>
            </a:r>
            <a:r>
              <a:rPr lang="ar-AE"/>
              <a:t>شكرًا لك 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C0796D7-D74B-7AE5-7EF9-8205B123B50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IN" b="1">
                <a:latin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41B2ABD-1D94-BBFB-0D22-D8AE851EBD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IN"/>
              <a:t>Needs &amp; Expectations  of Analytical Insights are changing rapidly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E649668-3A7D-7120-84D3-6DA752FE914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lvl="0"/>
            <a:r>
              <a:rPr lang="en-US"/>
              <a:t>We can partner together for greater decision-making speed,</a:t>
            </a:r>
          </a:p>
          <a:p>
            <a:pPr lvl="0"/>
            <a:r>
              <a:rPr lang="en-US"/>
              <a:t>And help you make the changes 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7940BF-0D3C-6B1C-A6D0-2337D356D9A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66201" y="6081896"/>
            <a:ext cx="2857500" cy="123111"/>
          </a:xfrm>
        </p:spPr>
        <p:txBody>
          <a:bodyPr/>
          <a:lstStyle/>
          <a:p>
            <a:r>
              <a:rPr lang="en-IN"/>
              <a:t>United States . United Kingdom . India . United Arab Emirates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96E720E-6197-E0E2-8C4C-4037D01D164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966201" y="6267598"/>
            <a:ext cx="2857500" cy="123110"/>
          </a:xfrm>
        </p:spPr>
        <p:txBody>
          <a:bodyPr/>
          <a:lstStyle/>
          <a:p>
            <a:r>
              <a:rPr lang="en-IN"/>
              <a:t>www.c5i.ai</a:t>
            </a:r>
          </a:p>
        </p:txBody>
      </p:sp>
    </p:spTree>
    <p:extLst>
      <p:ext uri="{BB962C8B-B14F-4D97-AF65-F5344CB8AC3E}">
        <p14:creationId xmlns:p14="http://schemas.microsoft.com/office/powerpoint/2010/main" val="3412670463"/>
      </p:ext>
    </p:extLst>
  </p:cSld>
  <p:clrMapOvr>
    <a:masterClrMapping/>
  </p:clrMapOvr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4F00FE-8D78-F962-6E71-75D367B01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2292154"/>
            <a:ext cx="4912707" cy="498598"/>
          </a:xfrm>
        </p:spPr>
        <p:txBody>
          <a:bodyPr/>
          <a:lstStyle/>
          <a:p>
            <a:r>
              <a:rPr lang="en-US"/>
              <a:t>Introduction to C5i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BD3AD6-6118-ED5A-BC8B-DE4A405363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6" y="3441999"/>
            <a:ext cx="3935413" cy="1593257"/>
          </a:xfrm>
        </p:spPr>
        <p:txBody>
          <a:bodyPr/>
          <a:lstStyle/>
          <a:p>
            <a:r>
              <a:rPr lang="en-US"/>
              <a:t>Human . AI . Impact</a:t>
            </a:r>
          </a:p>
          <a:p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1200"/>
          </a:p>
          <a:p>
            <a:r>
              <a:rPr lang="en-US" sz="120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4256853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85252-1414-DD7E-4929-9CBA76335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2A3E1-EC70-0D6B-7BFB-B0F1F23CC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300" y="402925"/>
            <a:ext cx="10113433" cy="443198"/>
          </a:xfrm>
        </p:spPr>
        <p:txBody>
          <a:bodyPr/>
          <a:lstStyle/>
          <a:p>
            <a:r>
              <a:rPr lang="en-US" sz="3200" b="0">
                <a:latin typeface="Segoe UI Semibold" panose="020B0702040204020203" pitchFamily="34" charset="0"/>
                <a:cs typeface="Segoe UI Semibold" panose="020B0702040204020203" pitchFamily="34" charset="0"/>
              </a:rPr>
              <a:t>About C5i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20644-FF57-A2EA-CB4F-2D7FBE9709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8299" y="1022032"/>
            <a:ext cx="11452225" cy="256224"/>
          </a:xfrm>
        </p:spPr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Driving business impact with the ideal combination of human expertise and AI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64DFD-C019-0807-2CDE-BDFB90C84EDE}"/>
              </a:ext>
            </a:extLst>
          </p:cNvPr>
          <p:cNvSpPr txBox="1"/>
          <p:nvPr/>
        </p:nvSpPr>
        <p:spPr>
          <a:xfrm>
            <a:off x="106669" y="6526829"/>
            <a:ext cx="47038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All trademarks are acknowledged and for representation purposes only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4140" name="Rectangle 4139">
            <a:extLst>
              <a:ext uri="{FF2B5EF4-FFF2-40B4-BE49-F238E27FC236}">
                <a16:creationId xmlns:a16="http://schemas.microsoft.com/office/drawing/2014/main" id="{E3B822CE-09E9-443B-57FC-89E60DDCE4BB}"/>
              </a:ext>
            </a:extLst>
          </p:cNvPr>
          <p:cNvSpPr/>
          <p:nvPr/>
        </p:nvSpPr>
        <p:spPr>
          <a:xfrm>
            <a:off x="377480" y="1970374"/>
            <a:ext cx="3333341" cy="13092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1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Our Expertise</a:t>
            </a:r>
            <a:endParaRPr kumimoji="0" lang="en-IN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159" name="TextBox 4158">
            <a:extLst>
              <a:ext uri="{FF2B5EF4-FFF2-40B4-BE49-F238E27FC236}">
                <a16:creationId xmlns:a16="http://schemas.microsoft.com/office/drawing/2014/main" id="{F95D99CA-C278-85F2-5376-437A845EF535}"/>
              </a:ext>
            </a:extLst>
          </p:cNvPr>
          <p:cNvSpPr txBox="1"/>
          <p:nvPr/>
        </p:nvSpPr>
        <p:spPr>
          <a:xfrm>
            <a:off x="2650869" y="2419638"/>
            <a:ext cx="900000" cy="51552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"/>
                <a:ea typeface="Mars Centra" panose="020B0604020202020204" charset="0"/>
                <a:cs typeface="Segoe UI"/>
              </a:rPr>
              <a:t>Serving </a:t>
            </a:r>
            <a:r>
              <a:rPr lang="en-US" sz="1200" b="1">
                <a:latin typeface="Segoe UI"/>
                <a:ea typeface="Mars Centra" panose="020B0604020202020204" charset="0"/>
                <a:cs typeface="Segoe UI"/>
              </a:rPr>
              <a:t>55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"/>
                <a:ea typeface="Mars Centra" panose="020B0604020202020204" charset="0"/>
                <a:cs typeface="Segoe UI"/>
              </a:rPr>
              <a:t> </a:t>
            </a:r>
            <a:br>
              <a:rPr lang="en-US" sz="1100" b="1">
                <a:latin typeface="Segoe UI"/>
                <a:ea typeface="Mars Centra" panose="020B0604020202020204" charset="0"/>
                <a:cs typeface="Segoe UI"/>
              </a:rPr>
            </a:b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"/>
                <a:ea typeface="Mars Centra" panose="020B0604020202020204" charset="0"/>
                <a:cs typeface="Segoe UI"/>
              </a:rPr>
              <a:t>of </a:t>
            </a:r>
            <a:r>
              <a:rPr lang="en-US" sz="1050">
                <a:latin typeface="Segoe UI"/>
                <a:ea typeface="Mars Centra" panose="020B0604020202020204" charset="0"/>
                <a:cs typeface="Segoe UI"/>
              </a:rPr>
              <a:t>the </a:t>
            </a:r>
            <a:r>
              <a:rPr lang="en-US" sz="1050">
                <a:ea typeface="+mn-lt"/>
                <a:cs typeface="+mn-lt"/>
              </a:rPr>
              <a:t>Fortune </a:t>
            </a:r>
            <a:r>
              <a:rPr lang="en-US" sz="1050">
                <a:latin typeface="Segoe UI"/>
                <a:ea typeface="Mars Centra" panose="020B0604020202020204" charset="0"/>
                <a:cs typeface="Segoe UI"/>
              </a:rPr>
              <a:t>500 </a:t>
            </a:r>
            <a:r>
              <a:rPr lang="en-US" sz="1050">
                <a:latin typeface="Segoe UI"/>
                <a:cs typeface="Segoe UI"/>
              </a:rPr>
              <a:t>Clients</a:t>
            </a:r>
            <a:endParaRPr lang="en-IN" sz="900">
              <a:latin typeface="Segoe UI"/>
              <a:cs typeface="Segoe UI"/>
            </a:endParaRPr>
          </a:p>
        </p:txBody>
      </p:sp>
      <p:sp>
        <p:nvSpPr>
          <p:cNvPr id="4160" name="TextBox 4159">
            <a:extLst>
              <a:ext uri="{FF2B5EF4-FFF2-40B4-BE49-F238E27FC236}">
                <a16:creationId xmlns:a16="http://schemas.microsoft.com/office/drawing/2014/main" id="{D7686F33-B1F8-4038-101B-C66422D7197A}"/>
              </a:ext>
            </a:extLst>
          </p:cNvPr>
          <p:cNvSpPr txBox="1"/>
          <p:nvPr/>
        </p:nvSpPr>
        <p:spPr>
          <a:xfrm>
            <a:off x="1594150" y="2419638"/>
            <a:ext cx="900000" cy="523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latin typeface="Segoe UI" panose="020B0502040204020203" pitchFamily="34" charset="0"/>
                <a:ea typeface="Mars Centra" panose="020B0604020202020204" charset="0"/>
                <a:cs typeface="Segoe UI" panose="020B0502040204020203" pitchFamily="34" charset="0"/>
              </a:rPr>
              <a:t>20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" panose="020B0502040204020203" pitchFamily="34" charset="0"/>
                <a:ea typeface="Mars Centra" panose="020B0604020202020204" charset="0"/>
                <a:cs typeface="Segoe UI" panose="020B0502040204020203" pitchFamily="34" charset="0"/>
              </a:rPr>
              <a:t>00+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" panose="020B0502040204020203" pitchFamily="34" charset="0"/>
                <a:ea typeface="Mars Centra" panose="020B0604020202020204" charset="0"/>
                <a:cs typeface="Segoe UI" panose="020B0502040204020203" pitchFamily="34" charset="0"/>
              </a:rPr>
              <a:t>Global Headcount</a:t>
            </a:r>
            <a:endParaRPr kumimoji="0" lang="en-IN" sz="105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Segoe UI" panose="020B0502040204020203" pitchFamily="34" charset="0"/>
              <a:ea typeface="Mars Centra" panose="020B0604020202020204" charset="0"/>
              <a:cs typeface="Segoe UI" panose="020B0502040204020203" pitchFamily="34" charset="0"/>
            </a:endParaRPr>
          </a:p>
        </p:txBody>
      </p:sp>
      <p:cxnSp>
        <p:nvCxnSpPr>
          <p:cNvPr id="4167" name="Straight Connector 4166">
            <a:extLst>
              <a:ext uri="{FF2B5EF4-FFF2-40B4-BE49-F238E27FC236}">
                <a16:creationId xmlns:a16="http://schemas.microsoft.com/office/drawing/2014/main" id="{853EB74D-CC05-55F4-26FC-8179B14A0ECC}"/>
              </a:ext>
            </a:extLst>
          </p:cNvPr>
          <p:cNvCxnSpPr>
            <a:cxnSpLocks/>
          </p:cNvCxnSpPr>
          <p:nvPr/>
        </p:nvCxnSpPr>
        <p:spPr>
          <a:xfrm>
            <a:off x="1491474" y="2384245"/>
            <a:ext cx="0" cy="576000"/>
          </a:xfrm>
          <a:prstGeom prst="line">
            <a:avLst/>
          </a:prstGeom>
          <a:ln w="9525" cap="rnd">
            <a:solidFill>
              <a:schemeClr val="bg2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8" name="Straight Connector 4167">
            <a:extLst>
              <a:ext uri="{FF2B5EF4-FFF2-40B4-BE49-F238E27FC236}">
                <a16:creationId xmlns:a16="http://schemas.microsoft.com/office/drawing/2014/main" id="{328768A4-47C1-97EF-8353-585DDE208FB4}"/>
              </a:ext>
            </a:extLst>
          </p:cNvPr>
          <p:cNvCxnSpPr>
            <a:cxnSpLocks/>
          </p:cNvCxnSpPr>
          <p:nvPr/>
        </p:nvCxnSpPr>
        <p:spPr>
          <a:xfrm>
            <a:off x="2494150" y="2384245"/>
            <a:ext cx="0" cy="576000"/>
          </a:xfrm>
          <a:prstGeom prst="line">
            <a:avLst/>
          </a:prstGeom>
          <a:ln w="9525" cap="rnd">
            <a:solidFill>
              <a:schemeClr val="bg2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74" name="TextBox 4173">
            <a:extLst>
              <a:ext uri="{FF2B5EF4-FFF2-40B4-BE49-F238E27FC236}">
                <a16:creationId xmlns:a16="http://schemas.microsoft.com/office/drawing/2014/main" id="{65B2CF97-F311-A9B5-0E1B-5CF15C8CAE26}"/>
              </a:ext>
            </a:extLst>
          </p:cNvPr>
          <p:cNvSpPr txBox="1"/>
          <p:nvPr/>
        </p:nvSpPr>
        <p:spPr>
          <a:xfrm>
            <a:off x="408723" y="2419638"/>
            <a:ext cx="900000" cy="5232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"/>
                <a:ea typeface="Mars Centra" panose="020B0604020202020204" charset="0"/>
                <a:cs typeface="Segoe UI"/>
              </a:rPr>
              <a:t>20+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"/>
                <a:ea typeface="Mars Centra" panose="020B0604020202020204" charset="0"/>
                <a:cs typeface="Segoe UI"/>
              </a:rPr>
              <a:t>Years in the Industry</a:t>
            </a:r>
            <a:endParaRPr lang="en-IN" sz="105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Segoe UI" panose="020B0502040204020203" pitchFamily="34" charset="0"/>
              <a:ea typeface="Mars Centra" panose="020B0604020202020204" charset="0"/>
              <a:cs typeface="Segoe UI" panose="020B0502040204020203" pitchFamily="34" charset="0"/>
            </a:endParaRPr>
          </a:p>
        </p:txBody>
      </p:sp>
      <p:cxnSp>
        <p:nvCxnSpPr>
          <p:cNvPr id="4175" name="Straight Connector 4174">
            <a:extLst>
              <a:ext uri="{FF2B5EF4-FFF2-40B4-BE49-F238E27FC236}">
                <a16:creationId xmlns:a16="http://schemas.microsoft.com/office/drawing/2014/main" id="{50C63015-621F-EB2A-587B-72C9F068B199}"/>
              </a:ext>
            </a:extLst>
          </p:cNvPr>
          <p:cNvCxnSpPr>
            <a:cxnSpLocks/>
          </p:cNvCxnSpPr>
          <p:nvPr/>
        </p:nvCxnSpPr>
        <p:spPr>
          <a:xfrm>
            <a:off x="377480" y="3279658"/>
            <a:ext cx="3333341" cy="0"/>
          </a:xfrm>
          <a:prstGeom prst="line">
            <a:avLst/>
          </a:prstGeom>
          <a:ln w="19050">
            <a:solidFill>
              <a:srgbClr val="680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A3E9BBE-98B3-0486-55C2-2DA464F686D2}"/>
              </a:ext>
            </a:extLst>
          </p:cNvPr>
          <p:cNvGrpSpPr/>
          <p:nvPr/>
        </p:nvGrpSpPr>
        <p:grpSpPr>
          <a:xfrm>
            <a:off x="445300" y="3397109"/>
            <a:ext cx="3173513" cy="2921471"/>
            <a:chOff x="445300" y="3397109"/>
            <a:chExt cx="3173513" cy="2921471"/>
          </a:xfrm>
        </p:grpSpPr>
        <p:sp>
          <p:nvSpPr>
            <p:cNvPr id="4161" name="TextBox 4160">
              <a:extLst>
                <a:ext uri="{FF2B5EF4-FFF2-40B4-BE49-F238E27FC236}">
                  <a16:creationId xmlns:a16="http://schemas.microsoft.com/office/drawing/2014/main" id="{0AC076C9-84B6-2C9E-129A-AF46FE3BF703}"/>
                </a:ext>
              </a:extLst>
            </p:cNvPr>
            <p:cNvSpPr txBox="1"/>
            <p:nvPr/>
          </p:nvSpPr>
          <p:spPr>
            <a:xfrm>
              <a:off x="466708" y="3397109"/>
              <a:ext cx="2780305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defRPr/>
              </a:pPr>
              <a:r>
                <a:rPr lang="en-US" sz="1200" b="1">
                  <a:solidFill>
                    <a:schemeClr val="bg2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Key Clients include</a:t>
              </a:r>
            </a:p>
          </p:txBody>
        </p:sp>
        <p:cxnSp>
          <p:nvCxnSpPr>
            <p:cNvPr id="4164" name="Straight Connector 4163">
              <a:extLst>
                <a:ext uri="{FF2B5EF4-FFF2-40B4-BE49-F238E27FC236}">
                  <a16:creationId xmlns:a16="http://schemas.microsoft.com/office/drawing/2014/main" id="{F2F298C1-B5FF-650E-84D8-EAC6DF1B8654}"/>
                </a:ext>
              </a:extLst>
            </p:cNvPr>
            <p:cNvCxnSpPr>
              <a:cxnSpLocks/>
            </p:cNvCxnSpPr>
            <p:nvPr/>
          </p:nvCxnSpPr>
          <p:spPr>
            <a:xfrm>
              <a:off x="2031213" y="3826788"/>
              <a:ext cx="0" cy="1132499"/>
            </a:xfrm>
            <a:prstGeom prst="line">
              <a:avLst/>
            </a:prstGeom>
            <a:ln w="9525" cap="rnd">
              <a:solidFill>
                <a:schemeClr val="bg2"/>
              </a:solidFill>
              <a:prstDash val="sys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6C1F74E-4DA6-78BF-7C09-3C41E1265CEF}"/>
                </a:ext>
              </a:extLst>
            </p:cNvPr>
            <p:cNvGrpSpPr/>
            <p:nvPr/>
          </p:nvGrpSpPr>
          <p:grpSpPr>
            <a:xfrm>
              <a:off x="549927" y="5229291"/>
              <a:ext cx="2988446" cy="1089289"/>
              <a:chOff x="549927" y="5076891"/>
              <a:chExt cx="2988446" cy="1089289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5C094801-FE19-F5EB-78EE-FB57824081A2}"/>
                  </a:ext>
                </a:extLst>
              </p:cNvPr>
              <p:cNvGrpSpPr/>
              <p:nvPr/>
            </p:nvGrpSpPr>
            <p:grpSpPr>
              <a:xfrm>
                <a:off x="549927" y="5076891"/>
                <a:ext cx="1368000" cy="1089289"/>
                <a:chOff x="523858" y="5076891"/>
                <a:chExt cx="1368000" cy="1089289"/>
              </a:xfrm>
            </p:grpSpPr>
            <p:sp>
              <p:nvSpPr>
                <p:cNvPr id="4162" name="TextBox 4161">
                  <a:extLst>
                    <a:ext uri="{FF2B5EF4-FFF2-40B4-BE49-F238E27FC236}">
                      <a16:creationId xmlns:a16="http://schemas.microsoft.com/office/drawing/2014/main" id="{07A82599-B368-4221-377D-32CC349AEEDE}"/>
                    </a:ext>
                  </a:extLst>
                </p:cNvPr>
                <p:cNvSpPr txBox="1"/>
                <p:nvPr/>
              </p:nvSpPr>
              <p:spPr>
                <a:xfrm>
                  <a:off x="523858" y="5076891"/>
                  <a:ext cx="1368000" cy="106182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defRPr/>
                  </a:pPr>
                  <a:r>
                    <a:rPr lang="en-US" sz="2400" b="1">
                      <a:solidFill>
                        <a:schemeClr val="bg2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5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of the Top 10 </a:t>
                  </a:r>
                  <a:br>
                    <a:rPr kumimoji="0" lang="en-US" sz="12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</a:br>
                  <a:r>
                    <a:rPr kumimoji="0" lang="en-US" sz="12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pharmaceutical 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5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companies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5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in the</a:t>
                  </a:r>
                  <a:r>
                    <a:rPr lang="en-GB" sz="1050"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 </a:t>
                  </a:r>
                  <a:r>
                    <a:rPr kumimoji="0" lang="en-GB" sz="105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world</a:t>
                  </a:r>
                  <a:endParaRPr kumimoji="0" lang="en-IN" sz="105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Segoe UI" panose="020B0502040204020203" pitchFamily="34" charset="0"/>
                    <a:ea typeface="Mars Centra" panose="020B0604020202020204" charset="0"/>
                    <a:cs typeface="Segoe UI" panose="020B0502040204020203" pitchFamily="34" charset="0"/>
                  </a:endParaRPr>
                </a:p>
              </p:txBody>
            </p:sp>
            <p:pic>
              <p:nvPicPr>
                <p:cNvPr id="4165" name="Graphic 4164" descr="Heart with pulse outline">
                  <a:extLst>
                    <a:ext uri="{FF2B5EF4-FFF2-40B4-BE49-F238E27FC236}">
                      <a16:creationId xmlns:a16="http://schemas.microsoft.com/office/drawing/2014/main" id="{A0A8FC9A-D4B1-07CB-27B6-5541E2BEC4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45261" y="5803009"/>
                  <a:ext cx="396000" cy="363171"/>
                </a:xfrm>
                <a:prstGeom prst="rect">
                  <a:avLst/>
                </a:prstGeom>
              </p:spPr>
            </p:pic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53E7CD1E-9B85-958B-F6B8-3D8226F645B1}"/>
                  </a:ext>
                </a:extLst>
              </p:cNvPr>
              <p:cNvGrpSpPr/>
              <p:nvPr/>
            </p:nvGrpSpPr>
            <p:grpSpPr>
              <a:xfrm>
                <a:off x="2144498" y="5076891"/>
                <a:ext cx="1393875" cy="1089289"/>
                <a:chOff x="2118429" y="5076891"/>
                <a:chExt cx="1393875" cy="1089289"/>
              </a:xfrm>
            </p:grpSpPr>
            <p:sp>
              <p:nvSpPr>
                <p:cNvPr id="4163" name="TextBox 4162">
                  <a:extLst>
                    <a:ext uri="{FF2B5EF4-FFF2-40B4-BE49-F238E27FC236}">
                      <a16:creationId xmlns:a16="http://schemas.microsoft.com/office/drawing/2014/main" id="{52ED284D-CFE7-4D02-8336-5F7E3554D6EE}"/>
                    </a:ext>
                  </a:extLst>
                </p:cNvPr>
                <p:cNvSpPr txBox="1"/>
                <p:nvPr/>
              </p:nvSpPr>
              <p:spPr>
                <a:xfrm>
                  <a:off x="2118429" y="5076891"/>
                  <a:ext cx="1368000" cy="90024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marR="0" lvl="0" indent="0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2400" b="1">
                      <a:solidFill>
                        <a:schemeClr val="bg2"/>
                      </a:solidFill>
                      <a:latin typeface="Segoe UI"/>
                      <a:cs typeface="Segoe UI"/>
                    </a:rPr>
                    <a:t>3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/>
                      <a:ea typeface="Mars Centra" panose="020B0604020202020204" charset="0"/>
                      <a:cs typeface="Segoe UI"/>
                    </a:rPr>
                    <a:t>of Top 10 Tech </a:t>
                  </a:r>
                  <a:r>
                    <a:rPr lang="en-US" sz="1200" b="1">
                      <a:latin typeface="Segoe UI"/>
                      <a:ea typeface="Mars Centra" panose="020B0604020202020204" charset="0"/>
                      <a:cs typeface="Segoe UI"/>
                    </a:rPr>
                    <a:t>Hardware</a:t>
                  </a:r>
                  <a:endParaRPr lang="en-US" sz="1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Segoe UI" panose="020B0502040204020203" pitchFamily="34" charset="0"/>
                    <a:ea typeface="Mars Centra" panose="020B0604020202020204" charset="0"/>
                    <a:cs typeface="Segoe UI" panose="020B0502040204020203" pitchFamily="34" charset="0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5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/>
                      <a:ea typeface="Mars Centra" panose="020B0604020202020204" charset="0"/>
                      <a:cs typeface="Segoe UI"/>
                    </a:rPr>
                    <a:t>companies</a:t>
                  </a:r>
                  <a:endParaRPr kumimoji="0" lang="en-IN" sz="105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Segoe UI"/>
                    <a:ea typeface="Mars Centra" panose="020B0604020202020204" charset="0"/>
                    <a:cs typeface="Segoe UI"/>
                  </a:endParaRPr>
                </a:p>
              </p:txBody>
            </p:sp>
            <p:pic>
              <p:nvPicPr>
                <p:cNvPr id="4166" name="Graphic 4165" descr="Processor outline">
                  <a:extLst>
                    <a:ext uri="{FF2B5EF4-FFF2-40B4-BE49-F238E27FC236}">
                      <a16:creationId xmlns:a16="http://schemas.microsoft.com/office/drawing/2014/main" id="{103A1C62-E5F4-F08A-DA92-0677E886F4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116304" y="5803009"/>
                  <a:ext cx="396000" cy="363171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4169" name="Straight Connector 4168">
              <a:extLst>
                <a:ext uri="{FF2B5EF4-FFF2-40B4-BE49-F238E27FC236}">
                  <a16:creationId xmlns:a16="http://schemas.microsoft.com/office/drawing/2014/main" id="{A165DEA1-E1FF-A60B-19F7-E9DCE3B329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5300" y="5049287"/>
              <a:ext cx="1495913" cy="0"/>
            </a:xfrm>
            <a:prstGeom prst="line">
              <a:avLst/>
            </a:prstGeom>
            <a:ln w="9525" cap="rnd">
              <a:solidFill>
                <a:schemeClr val="bg2"/>
              </a:solidFill>
              <a:prstDash val="sys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5D4AE96-62FF-103A-259F-726220219C31}"/>
                </a:ext>
              </a:extLst>
            </p:cNvPr>
            <p:cNvGrpSpPr/>
            <p:nvPr/>
          </p:nvGrpSpPr>
          <p:grpSpPr>
            <a:xfrm>
              <a:off x="549927" y="3837021"/>
              <a:ext cx="2988446" cy="1061829"/>
              <a:chOff x="549927" y="3837021"/>
              <a:chExt cx="2988446" cy="1061829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70BFD99-9472-959C-E038-8DFAA8154897}"/>
                  </a:ext>
                </a:extLst>
              </p:cNvPr>
              <p:cNvGrpSpPr/>
              <p:nvPr/>
            </p:nvGrpSpPr>
            <p:grpSpPr>
              <a:xfrm>
                <a:off x="2144498" y="3837021"/>
                <a:ext cx="1393875" cy="1061829"/>
                <a:chOff x="2118429" y="3837021"/>
                <a:chExt cx="1393875" cy="1061829"/>
              </a:xfrm>
            </p:grpSpPr>
            <p:pic>
              <p:nvPicPr>
                <p:cNvPr id="4170" name="Graphic 4169" descr="Shopping cart outline">
                  <a:extLst>
                    <a:ext uri="{FF2B5EF4-FFF2-40B4-BE49-F238E27FC236}">
                      <a16:creationId xmlns:a16="http://schemas.microsoft.com/office/drawing/2014/main" id="{87AF2E32-2849-CCDE-6368-87DA38D174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116304" y="4417836"/>
                  <a:ext cx="396000" cy="363171"/>
                </a:xfrm>
                <a:prstGeom prst="rect">
                  <a:avLst/>
                </a:prstGeom>
              </p:spPr>
            </p:pic>
            <p:sp>
              <p:nvSpPr>
                <p:cNvPr id="4173" name="TextBox 4172">
                  <a:extLst>
                    <a:ext uri="{FF2B5EF4-FFF2-40B4-BE49-F238E27FC236}">
                      <a16:creationId xmlns:a16="http://schemas.microsoft.com/office/drawing/2014/main" id="{29E379AB-00BA-68F3-2419-E4E0AFE44D85}"/>
                    </a:ext>
                  </a:extLst>
                </p:cNvPr>
                <p:cNvSpPr txBox="1"/>
                <p:nvPr/>
              </p:nvSpPr>
              <p:spPr>
                <a:xfrm>
                  <a:off x="2118429" y="3837021"/>
                  <a:ext cx="895882" cy="106182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defRPr/>
                  </a:pPr>
                  <a:r>
                    <a:rPr lang="en-US" sz="2400" b="1">
                      <a:solidFill>
                        <a:schemeClr val="bg2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6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of the Top 10 CPG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5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Companies in the world </a:t>
                  </a:r>
                  <a:endParaRPr kumimoji="0" lang="en-IN" sz="10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Segoe UI" panose="020B0502040204020203" pitchFamily="34" charset="0"/>
                    <a:ea typeface="Mars Centra" panose="020B0604020202020204" charset="0"/>
                    <a:cs typeface="Segoe UI" panose="020B0502040204020203" pitchFamily="34" charset="0"/>
                  </a:endParaRP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F8FE927E-6364-2AAF-BBC2-D81D1C3B7073}"/>
                  </a:ext>
                </a:extLst>
              </p:cNvPr>
              <p:cNvGrpSpPr/>
              <p:nvPr/>
            </p:nvGrpSpPr>
            <p:grpSpPr>
              <a:xfrm>
                <a:off x="549927" y="3837021"/>
                <a:ext cx="1368000" cy="1038746"/>
                <a:chOff x="523858" y="3837021"/>
                <a:chExt cx="1368000" cy="1038746"/>
              </a:xfrm>
            </p:grpSpPr>
            <p:pic>
              <p:nvPicPr>
                <p:cNvPr id="4171" name="Graphic 4170" descr="Bar graph with upward trend outline">
                  <a:extLst>
                    <a:ext uri="{FF2B5EF4-FFF2-40B4-BE49-F238E27FC236}">
                      <a16:creationId xmlns:a16="http://schemas.microsoft.com/office/drawing/2014/main" id="{98C18CC6-7919-633D-7105-66A0E41B50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45261" y="4458648"/>
                  <a:ext cx="396000" cy="363171"/>
                </a:xfrm>
                <a:prstGeom prst="rect">
                  <a:avLst/>
                </a:prstGeom>
              </p:spPr>
            </p:pic>
            <p:sp>
              <p:nvSpPr>
                <p:cNvPr id="4172" name="TextBox 4171">
                  <a:extLst>
                    <a:ext uri="{FF2B5EF4-FFF2-40B4-BE49-F238E27FC236}">
                      <a16:creationId xmlns:a16="http://schemas.microsoft.com/office/drawing/2014/main" id="{0C7F0708-F975-D8B8-782D-097F919A2C76}"/>
                    </a:ext>
                  </a:extLst>
                </p:cNvPr>
                <p:cNvSpPr txBox="1"/>
                <p:nvPr/>
              </p:nvSpPr>
              <p:spPr>
                <a:xfrm>
                  <a:off x="523858" y="3837021"/>
                  <a:ext cx="1368000" cy="103874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bg2"/>
                      </a:solidFill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4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of the Top 7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5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companies in </a:t>
                  </a:r>
                  <a:br>
                    <a:rPr kumimoji="0" lang="en-GB" sz="105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</a:br>
                  <a:r>
                    <a:rPr kumimoji="0" lang="en-GB" sz="105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the world by </a:t>
                  </a:r>
                  <a:br>
                    <a:rPr kumimoji="0" lang="en-GB" sz="105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</a:br>
                  <a:r>
                    <a:rPr kumimoji="0" lang="en-GB" sz="105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market cap</a:t>
                  </a:r>
                  <a:endParaRPr kumimoji="0" lang="en-IN" sz="105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Segoe UI" panose="020B0502040204020203" pitchFamily="34" charset="0"/>
                    <a:ea typeface="Mars Centra" panose="020B0604020202020204" charset="0"/>
                    <a:cs typeface="Segoe UI" panose="020B0502040204020203" pitchFamily="34" charset="0"/>
                  </a:endParaRPr>
                </a:p>
              </p:txBody>
            </p:sp>
          </p:grpSp>
        </p:grp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62F4565-7C83-2502-1298-C482E8AF2F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31213" y="5139287"/>
              <a:ext cx="0" cy="1134000"/>
            </a:xfrm>
            <a:prstGeom prst="line">
              <a:avLst/>
            </a:prstGeom>
            <a:ln w="9525" cap="rnd">
              <a:solidFill>
                <a:schemeClr val="bg2"/>
              </a:solidFill>
              <a:prstDash val="sys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79685A4-2C0F-CBC3-63E2-35FE4A7669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21213" y="5049287"/>
              <a:ext cx="1497600" cy="0"/>
            </a:xfrm>
            <a:prstGeom prst="line">
              <a:avLst/>
            </a:prstGeom>
            <a:ln w="9525" cap="rnd">
              <a:solidFill>
                <a:schemeClr val="bg2"/>
              </a:solidFill>
              <a:prstDash val="sys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: Single Corner Snipped 36">
            <a:extLst>
              <a:ext uri="{FF2B5EF4-FFF2-40B4-BE49-F238E27FC236}">
                <a16:creationId xmlns:a16="http://schemas.microsoft.com/office/drawing/2014/main" id="{FDF695B2-857E-04DE-79C9-A47EE18EE6F7}"/>
              </a:ext>
            </a:extLst>
          </p:cNvPr>
          <p:cNvSpPr/>
          <p:nvPr/>
        </p:nvSpPr>
        <p:spPr>
          <a:xfrm>
            <a:off x="377480" y="1509760"/>
            <a:ext cx="3333340" cy="343163"/>
          </a:xfrm>
          <a:prstGeom prst="snip1Rect">
            <a:avLst>
              <a:gd name="adj" fmla="val 31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Key Facts</a:t>
            </a:r>
          </a:p>
        </p:txBody>
      </p:sp>
      <p:sp>
        <p:nvSpPr>
          <p:cNvPr id="38" name="Rectangle: Single Corner Snipped 37">
            <a:extLst>
              <a:ext uri="{FF2B5EF4-FFF2-40B4-BE49-F238E27FC236}">
                <a16:creationId xmlns:a16="http://schemas.microsoft.com/office/drawing/2014/main" id="{74B7EA0C-2305-F460-056F-A9111D569278}"/>
              </a:ext>
            </a:extLst>
          </p:cNvPr>
          <p:cNvSpPr/>
          <p:nvPr/>
        </p:nvSpPr>
        <p:spPr>
          <a:xfrm>
            <a:off x="3873155" y="1503660"/>
            <a:ext cx="3333340" cy="343163"/>
          </a:xfrm>
          <a:prstGeom prst="snip1Rect">
            <a:avLst>
              <a:gd name="adj" fmla="val 31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Focus Areas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50EF5CE-7F25-7DF9-1C20-EECCC6E18E71}"/>
              </a:ext>
            </a:extLst>
          </p:cNvPr>
          <p:cNvSpPr/>
          <p:nvPr/>
        </p:nvSpPr>
        <p:spPr>
          <a:xfrm>
            <a:off x="3873155" y="1970374"/>
            <a:ext cx="3333341" cy="13092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" name="Rectangle: Single Corner Snipped 41">
            <a:extLst>
              <a:ext uri="{FF2B5EF4-FFF2-40B4-BE49-F238E27FC236}">
                <a16:creationId xmlns:a16="http://schemas.microsoft.com/office/drawing/2014/main" id="{196ACC31-183F-EBD3-D474-A43768C3B7C5}"/>
              </a:ext>
            </a:extLst>
          </p:cNvPr>
          <p:cNvSpPr/>
          <p:nvPr/>
        </p:nvSpPr>
        <p:spPr>
          <a:xfrm>
            <a:off x="3873155" y="3429000"/>
            <a:ext cx="3333340" cy="343163"/>
          </a:xfrm>
          <a:prstGeom prst="snip1Rect">
            <a:avLst>
              <a:gd name="adj" fmla="val 31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Capability Towers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78CC354-2B48-25FE-3D80-49BE972B9925}"/>
              </a:ext>
            </a:extLst>
          </p:cNvPr>
          <p:cNvSpPr/>
          <p:nvPr/>
        </p:nvSpPr>
        <p:spPr>
          <a:xfrm>
            <a:off x="3873154" y="3933794"/>
            <a:ext cx="3333341" cy="23847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315D2409-CFAB-AE67-9962-AEE2964D5AC4}"/>
              </a:ext>
            </a:extLst>
          </p:cNvPr>
          <p:cNvGrpSpPr/>
          <p:nvPr/>
        </p:nvGrpSpPr>
        <p:grpSpPr>
          <a:xfrm>
            <a:off x="4009824" y="3975772"/>
            <a:ext cx="3060000" cy="2298511"/>
            <a:chOff x="4045935" y="4032922"/>
            <a:chExt cx="3060000" cy="2298511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0A85F0D-CDC5-E933-6790-888CCA883076}"/>
                </a:ext>
              </a:extLst>
            </p:cNvPr>
            <p:cNvSpPr/>
            <p:nvPr/>
          </p:nvSpPr>
          <p:spPr>
            <a:xfrm>
              <a:off x="4045935" y="5731204"/>
              <a:ext cx="3060000" cy="26057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BI Management, Migration and Support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2DCECAF-2E3E-B825-1BDB-598FA1387F58}"/>
                </a:ext>
              </a:extLst>
            </p:cNvPr>
            <p:cNvSpPr/>
            <p:nvPr/>
          </p:nvSpPr>
          <p:spPr>
            <a:xfrm>
              <a:off x="4045935" y="4032922"/>
              <a:ext cx="3060000" cy="26057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Information Management (Data Modelling, </a:t>
              </a:r>
              <a:r>
                <a:rPr kumimoji="0" lang="en-IN" sz="1000" i="0" u="none" strike="noStrike" kern="120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Engg</a:t>
              </a:r>
              <a:r>
                <a:rPr kumimoji="0" lang="en-IN" sz="10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, Pipeline and Governance)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620B699-81A1-15F5-7943-55F5AE20FB85}"/>
                </a:ext>
              </a:extLst>
            </p:cNvPr>
            <p:cNvSpPr/>
            <p:nvPr/>
          </p:nvSpPr>
          <p:spPr>
            <a:xfrm>
              <a:off x="4045935" y="4372579"/>
              <a:ext cx="3060000" cy="26057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45720" rIns="3600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Data Science &amp; </a:t>
              </a:r>
              <a:r>
                <a:rPr kumimoji="0" lang="en-IN" sz="1000" i="0" u="none" strike="noStrike" kern="120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XOps</a:t>
              </a:r>
              <a:endParaRPr kumimoji="0" lang="en-IN" sz="10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1535D3E-7988-339E-7062-53F8B8A601DC}"/>
                </a:ext>
              </a:extLst>
            </p:cNvPr>
            <p:cNvSpPr/>
            <p:nvPr/>
          </p:nvSpPr>
          <p:spPr>
            <a:xfrm>
              <a:off x="4045935" y="4712235"/>
              <a:ext cx="3060000" cy="26057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AI Solutions &amp; Accelerators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D61B88B-B63C-3ED5-83C5-1FA6E04EB133}"/>
                </a:ext>
              </a:extLst>
            </p:cNvPr>
            <p:cNvSpPr/>
            <p:nvPr/>
          </p:nvSpPr>
          <p:spPr>
            <a:xfrm>
              <a:off x="4045935" y="5051891"/>
              <a:ext cx="3060000" cy="26057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Generative &amp; Agentic AI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51C5DA8E-C119-6E96-929C-CE10627ECB26}"/>
                </a:ext>
              </a:extLst>
            </p:cNvPr>
            <p:cNvSpPr/>
            <p:nvPr/>
          </p:nvSpPr>
          <p:spPr>
            <a:xfrm>
              <a:off x="4045935" y="5391548"/>
              <a:ext cx="3060000" cy="26057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Data Infrastructure Modernisation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7FC59F87-824F-7C2A-65BC-8DD63FD9B0A0}"/>
                </a:ext>
              </a:extLst>
            </p:cNvPr>
            <p:cNvSpPr/>
            <p:nvPr/>
          </p:nvSpPr>
          <p:spPr>
            <a:xfrm>
              <a:off x="4045935" y="6070859"/>
              <a:ext cx="3060000" cy="26057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Decision Intelligence Advisory</a:t>
              </a: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7325E11-9729-B95E-4B11-15710A7908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45935" y="4333038"/>
              <a:ext cx="306000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4C9A366-B579-6E74-22CE-8E0C91ACDD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45935" y="4672694"/>
              <a:ext cx="306000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3E13B960-C302-5EB2-9769-D67AA3C167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45935" y="5012350"/>
              <a:ext cx="306000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D1424DE0-1FB6-0067-AD18-234C0F77DE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45935" y="5352007"/>
              <a:ext cx="306000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009EB566-1A3F-B597-EC8D-78DA9511E6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45935" y="5691663"/>
              <a:ext cx="306000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8EF51DAA-D8CC-76D8-025B-4256DDDCB9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45935" y="6031319"/>
              <a:ext cx="306000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5E6FED1A-7B30-CAD8-7EB7-2EE949DBF0DE}"/>
              </a:ext>
            </a:extLst>
          </p:cNvPr>
          <p:cNvGrpSpPr/>
          <p:nvPr/>
        </p:nvGrpSpPr>
        <p:grpSpPr>
          <a:xfrm>
            <a:off x="4008725" y="2507509"/>
            <a:ext cx="3117148" cy="359422"/>
            <a:chOff x="4084925" y="2524562"/>
            <a:chExt cx="3117148" cy="359422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391F8D9A-BFB1-5B49-D563-625D84AE125F}"/>
                </a:ext>
              </a:extLst>
            </p:cNvPr>
            <p:cNvSpPr/>
            <p:nvPr/>
          </p:nvSpPr>
          <p:spPr>
            <a:xfrm>
              <a:off x="4324646" y="2524562"/>
              <a:ext cx="1296000" cy="3594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Marketing &amp; Sales</a:t>
              </a: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08824879-69FD-6811-1306-89591DC1862B}"/>
                </a:ext>
              </a:extLst>
            </p:cNvPr>
            <p:cNvSpPr/>
            <p:nvPr/>
          </p:nvSpPr>
          <p:spPr>
            <a:xfrm>
              <a:off x="5906073" y="2524562"/>
              <a:ext cx="1296000" cy="3594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Commercial Analytics</a:t>
              </a:r>
            </a:p>
          </p:txBody>
        </p:sp>
        <p:pic>
          <p:nvPicPr>
            <p:cNvPr id="109" name="Graphic 108" descr="Circle with left arrow with solid fill">
              <a:extLst>
                <a:ext uri="{FF2B5EF4-FFF2-40B4-BE49-F238E27FC236}">
                  <a16:creationId xmlns:a16="http://schemas.microsoft.com/office/drawing/2014/main" id="{DFA515A7-375A-AB8D-04D4-76B0944D86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flipH="1">
              <a:off x="4084925" y="2621735"/>
              <a:ext cx="180000" cy="165077"/>
            </a:xfrm>
            <a:prstGeom prst="rect">
              <a:avLst/>
            </a:prstGeom>
          </p:spPr>
        </p:pic>
        <p:pic>
          <p:nvPicPr>
            <p:cNvPr id="110" name="Graphic 109" descr="Circle with left arrow with solid fill">
              <a:extLst>
                <a:ext uri="{FF2B5EF4-FFF2-40B4-BE49-F238E27FC236}">
                  <a16:creationId xmlns:a16="http://schemas.microsoft.com/office/drawing/2014/main" id="{37E0850D-46D9-D3B5-A44C-86FF4DFD57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flipH="1">
              <a:off x="5685445" y="2621735"/>
              <a:ext cx="180000" cy="165077"/>
            </a:xfrm>
            <a:prstGeom prst="rect">
              <a:avLst/>
            </a:prstGeom>
          </p:spPr>
        </p:pic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A96B904-DAAC-488C-548A-D7CFF04C048E}"/>
              </a:ext>
            </a:extLst>
          </p:cNvPr>
          <p:cNvGrpSpPr/>
          <p:nvPr/>
        </p:nvGrpSpPr>
        <p:grpSpPr>
          <a:xfrm>
            <a:off x="4008725" y="2969671"/>
            <a:ext cx="3117148" cy="230832"/>
            <a:chOff x="4084925" y="3017296"/>
            <a:chExt cx="3117148" cy="230832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5A9DC401-7DDB-B663-4F74-701935C38B18}"/>
                </a:ext>
              </a:extLst>
            </p:cNvPr>
            <p:cNvSpPr/>
            <p:nvPr/>
          </p:nvSpPr>
          <p:spPr>
            <a:xfrm>
              <a:off x="4324646" y="3017296"/>
              <a:ext cx="1296000" cy="230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Supply Chain</a:t>
              </a: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6744B29F-28B2-DB07-BCF1-C3C43DF5BD9B}"/>
                </a:ext>
              </a:extLst>
            </p:cNvPr>
            <p:cNvSpPr/>
            <p:nvPr/>
          </p:nvSpPr>
          <p:spPr>
            <a:xfrm>
              <a:off x="5906073" y="3017296"/>
              <a:ext cx="1296000" cy="230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Enterprise AI</a:t>
              </a:r>
            </a:p>
          </p:txBody>
        </p:sp>
        <p:pic>
          <p:nvPicPr>
            <p:cNvPr id="111" name="Graphic 110" descr="Circle with left arrow with solid fill">
              <a:extLst>
                <a:ext uri="{FF2B5EF4-FFF2-40B4-BE49-F238E27FC236}">
                  <a16:creationId xmlns:a16="http://schemas.microsoft.com/office/drawing/2014/main" id="{7C9F7C3E-E817-D073-2ED4-EE20F0B88F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flipH="1">
              <a:off x="4084925" y="3050175"/>
              <a:ext cx="180000" cy="165077"/>
            </a:xfrm>
            <a:prstGeom prst="rect">
              <a:avLst/>
            </a:prstGeom>
          </p:spPr>
        </p:pic>
        <p:pic>
          <p:nvPicPr>
            <p:cNvPr id="112" name="Graphic 111" descr="Circle with left arrow with solid fill">
              <a:extLst>
                <a:ext uri="{FF2B5EF4-FFF2-40B4-BE49-F238E27FC236}">
                  <a16:creationId xmlns:a16="http://schemas.microsoft.com/office/drawing/2014/main" id="{FBA7BF42-7E16-C133-DFD8-666EF90AAB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flipH="1">
              <a:off x="5685445" y="3050175"/>
              <a:ext cx="180000" cy="165077"/>
            </a:xfrm>
            <a:prstGeom prst="rect">
              <a:avLst/>
            </a:prstGeom>
          </p:spPr>
        </p:pic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F8860336-A9B9-5A7A-2CDF-2F7750696EEE}"/>
              </a:ext>
            </a:extLst>
          </p:cNvPr>
          <p:cNvGrpSpPr/>
          <p:nvPr/>
        </p:nvGrpSpPr>
        <p:grpSpPr>
          <a:xfrm>
            <a:off x="4008725" y="2045348"/>
            <a:ext cx="3117148" cy="359422"/>
            <a:chOff x="4084925" y="2045348"/>
            <a:chExt cx="3117148" cy="359422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93AAD39C-2C88-C874-1B53-4E9E1C0C28B8}"/>
                </a:ext>
              </a:extLst>
            </p:cNvPr>
            <p:cNvSpPr/>
            <p:nvPr/>
          </p:nvSpPr>
          <p:spPr>
            <a:xfrm>
              <a:off x="4324646" y="2045348"/>
              <a:ext cx="1296000" cy="3594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Customer &amp; Omnichannel</a:t>
              </a:r>
            </a:p>
          </p:txBody>
        </p:sp>
        <p:pic>
          <p:nvPicPr>
            <p:cNvPr id="107" name="Graphic 106" descr="Circle with left arrow with solid fill">
              <a:extLst>
                <a:ext uri="{FF2B5EF4-FFF2-40B4-BE49-F238E27FC236}">
                  <a16:creationId xmlns:a16="http://schemas.microsoft.com/office/drawing/2014/main" id="{E31C9CFF-4BEF-AE63-E8EF-0C0A81D471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flipH="1">
              <a:off x="4084925" y="2142521"/>
              <a:ext cx="180000" cy="165077"/>
            </a:xfrm>
            <a:prstGeom prst="rect">
              <a:avLst/>
            </a:prstGeom>
          </p:spPr>
        </p:pic>
        <p:pic>
          <p:nvPicPr>
            <p:cNvPr id="108" name="Graphic 107" descr="Circle with left arrow with solid fill">
              <a:extLst>
                <a:ext uri="{FF2B5EF4-FFF2-40B4-BE49-F238E27FC236}">
                  <a16:creationId xmlns:a16="http://schemas.microsoft.com/office/drawing/2014/main" id="{56FABD76-1561-7E29-0D81-A677DEA994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flipH="1">
              <a:off x="5685445" y="2142521"/>
              <a:ext cx="180000" cy="165077"/>
            </a:xfrm>
            <a:prstGeom prst="rect">
              <a:avLst/>
            </a:prstGeom>
          </p:spPr>
        </p:pic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11CE15F4-4D1E-EAF9-3A4C-C646B508347E}"/>
                </a:ext>
              </a:extLst>
            </p:cNvPr>
            <p:cNvSpPr/>
            <p:nvPr/>
          </p:nvSpPr>
          <p:spPr>
            <a:xfrm>
              <a:off x="5906073" y="2045348"/>
              <a:ext cx="1296000" cy="3594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People Analytics</a:t>
              </a:r>
            </a:p>
          </p:txBody>
        </p:sp>
      </p:grpSp>
      <p:sp>
        <p:nvSpPr>
          <p:cNvPr id="4" name="Rectangle: Single Corner Snipped 3">
            <a:extLst>
              <a:ext uri="{FF2B5EF4-FFF2-40B4-BE49-F238E27FC236}">
                <a16:creationId xmlns:a16="http://schemas.microsoft.com/office/drawing/2014/main" id="{5345BCFC-A818-2CAC-7503-D532A77D5A10}"/>
              </a:ext>
            </a:extLst>
          </p:cNvPr>
          <p:cNvSpPr/>
          <p:nvPr/>
        </p:nvSpPr>
        <p:spPr>
          <a:xfrm>
            <a:off x="7368829" y="1503660"/>
            <a:ext cx="4451696" cy="343163"/>
          </a:xfrm>
          <a:prstGeom prst="snip1Rect">
            <a:avLst>
              <a:gd name="adj" fmla="val 31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Awards &amp; Accolades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116163-C32B-FCDE-3D03-4DDC26FEE070}"/>
              </a:ext>
            </a:extLst>
          </p:cNvPr>
          <p:cNvSpPr/>
          <p:nvPr/>
        </p:nvSpPr>
        <p:spPr>
          <a:xfrm>
            <a:off x="7368829" y="1970373"/>
            <a:ext cx="4451696" cy="4348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92D9794-066C-49C2-2E89-D4CD7CDC30B0}"/>
              </a:ext>
            </a:extLst>
          </p:cNvPr>
          <p:cNvCxnSpPr>
            <a:cxnSpLocks/>
          </p:cNvCxnSpPr>
          <p:nvPr/>
        </p:nvCxnSpPr>
        <p:spPr>
          <a:xfrm>
            <a:off x="7542677" y="3028843"/>
            <a:ext cx="4104000" cy="0"/>
          </a:xfrm>
          <a:prstGeom prst="line">
            <a:avLst/>
          </a:prstGeom>
          <a:ln w="9525" cap="rnd">
            <a:solidFill>
              <a:schemeClr val="bg2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F2BA1B1-DFAD-3905-13E4-A1E440AF6306}"/>
              </a:ext>
            </a:extLst>
          </p:cNvPr>
          <p:cNvCxnSpPr>
            <a:cxnSpLocks/>
          </p:cNvCxnSpPr>
          <p:nvPr/>
        </p:nvCxnSpPr>
        <p:spPr>
          <a:xfrm>
            <a:off x="7542677" y="4066763"/>
            <a:ext cx="4104000" cy="0"/>
          </a:xfrm>
          <a:prstGeom prst="line">
            <a:avLst/>
          </a:prstGeom>
          <a:ln w="9525" cap="rnd">
            <a:solidFill>
              <a:schemeClr val="bg2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488CFC1-8D74-E1D8-9E15-E7D09A07157B}"/>
              </a:ext>
            </a:extLst>
          </p:cNvPr>
          <p:cNvCxnSpPr>
            <a:cxnSpLocks/>
          </p:cNvCxnSpPr>
          <p:nvPr/>
        </p:nvCxnSpPr>
        <p:spPr>
          <a:xfrm>
            <a:off x="7542677" y="5137729"/>
            <a:ext cx="4104000" cy="0"/>
          </a:xfrm>
          <a:prstGeom prst="line">
            <a:avLst/>
          </a:prstGeom>
          <a:ln w="9525" cap="rnd">
            <a:solidFill>
              <a:schemeClr val="bg2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29BA3D5-A20E-100A-4DB0-9648A94DF321}"/>
              </a:ext>
            </a:extLst>
          </p:cNvPr>
          <p:cNvGrpSpPr/>
          <p:nvPr/>
        </p:nvGrpSpPr>
        <p:grpSpPr>
          <a:xfrm>
            <a:off x="7532789" y="1968717"/>
            <a:ext cx="4272232" cy="1037508"/>
            <a:chOff x="7796018" y="3351447"/>
            <a:chExt cx="4075576" cy="103750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B42DF9-D5DB-F55F-9D6F-5ADE3DD0D0A8}"/>
                </a:ext>
              </a:extLst>
            </p:cNvPr>
            <p:cNvSpPr txBox="1"/>
            <p:nvPr/>
          </p:nvSpPr>
          <p:spPr>
            <a:xfrm>
              <a:off x="7796018" y="3542569"/>
              <a:ext cx="3811429" cy="84638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171450" indent="-171450" fontAlgn="ctr">
                <a:spcBef>
                  <a:spcPts val="30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900" b="0" i="0" u="none" strike="noStrike">
                  <a:solidFill>
                    <a:prstClr val="black"/>
                  </a:solidFill>
                  <a:effectLst/>
                  <a:latin typeface="Segoe UI"/>
                  <a:cs typeface="Segoe UI"/>
                </a:defRPr>
              </a:lvl1pPr>
            </a:lstStyle>
            <a:p>
              <a:r>
                <a:rPr lang="en-US" b="1"/>
                <a:t>Magic Quadrant for Supply Chain Planning Solutions</a:t>
              </a:r>
            </a:p>
            <a:p>
              <a:r>
                <a:rPr lang="en-US" b="1"/>
                <a:t>Market Guide for Augmented Analytics </a:t>
              </a:r>
            </a:p>
            <a:p>
              <a:r>
                <a:rPr lang="en-US" b="1"/>
                <a:t>Market Guide for Digital Shelf Analytics</a:t>
              </a:r>
            </a:p>
            <a:p>
              <a:r>
                <a:rPr lang="en-US" b="1"/>
                <a:t>Toolkit for AI, Supply Chain, GenAI &amp; Digital Commerce</a:t>
              </a:r>
            </a:p>
            <a:p>
              <a:r>
                <a:rPr lang="en-US" b="1"/>
                <a:t>Niche Player - Magic Quadrant™ for Marketing Mix Modeling Solutions</a:t>
              </a:r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E721897-45AB-424A-1CD4-DD8A45175F4C}"/>
                </a:ext>
              </a:extLst>
            </p:cNvPr>
            <p:cNvSpPr txBox="1"/>
            <p:nvPr/>
          </p:nvSpPr>
          <p:spPr>
            <a:xfrm>
              <a:off x="7803594" y="3351447"/>
              <a:ext cx="4068000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fontAlgn="ctr">
                <a:spcBef>
                  <a:spcPts val="300"/>
                </a:spcBef>
                <a:defRPr/>
              </a:pPr>
              <a:r>
                <a:rPr lang="en-US" sz="1200">
                  <a:solidFill>
                    <a:srgbClr val="6800E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Gartner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25F2114-5ECE-10AD-7E8D-07C21B8B04ED}"/>
              </a:ext>
            </a:extLst>
          </p:cNvPr>
          <p:cNvGrpSpPr/>
          <p:nvPr/>
        </p:nvGrpSpPr>
        <p:grpSpPr>
          <a:xfrm>
            <a:off x="7532789" y="3035921"/>
            <a:ext cx="4264291" cy="1183502"/>
            <a:chOff x="7756259" y="2016981"/>
            <a:chExt cx="4068001" cy="118350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A9A78E1-F969-00D1-41DD-CA11E9CBA6FA}"/>
                </a:ext>
              </a:extLst>
            </p:cNvPr>
            <p:cNvSpPr txBox="1"/>
            <p:nvPr/>
          </p:nvSpPr>
          <p:spPr>
            <a:xfrm>
              <a:off x="7756259" y="2189950"/>
              <a:ext cx="3953950" cy="101053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171450" indent="-171450" fontAlgn="ctr">
                <a:spcBef>
                  <a:spcPts val="30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000" b="0" i="0" u="none" strike="noStrike">
                  <a:effectLst/>
                  <a:latin typeface="Segoe UI" panose="020B0502040204020203" pitchFamily="34" charset="0"/>
                  <a:ea typeface="Mars Centra" panose="020B0604020202020204" charset="0"/>
                  <a:cs typeface="Segoe UI" panose="020B0502040204020203" pitchFamily="34" charset="0"/>
                </a:defRPr>
              </a:lvl1pPr>
            </a:lstStyle>
            <a:p>
              <a:pPr>
                <a:buNone/>
                <a:defRPr/>
              </a:pPr>
              <a:r>
                <a:rPr lang="en-US" sz="900" b="1">
                  <a:solidFill>
                    <a:prstClr val="black"/>
                  </a:solidFill>
                  <a:latin typeface="Segoe UI"/>
                  <a:ea typeface="+mn-ea"/>
                  <a:cs typeface="Segoe UI"/>
                </a:rPr>
                <a:t>Marketing Measurement And Optimization Wave</a:t>
              </a:r>
              <a:r>
                <a:rPr lang="en-US" sz="900">
                  <a:solidFill>
                    <a:prstClr val="black"/>
                  </a:solidFill>
                  <a:latin typeface="Segoe UI"/>
                  <a:ea typeface="+mn-ea"/>
                  <a:cs typeface="Segoe UI"/>
                </a:rPr>
                <a:t>, Q1 2026 </a:t>
              </a:r>
            </a:p>
            <a:p>
              <a:pPr>
                <a:buNone/>
                <a:defRPr/>
              </a:pPr>
              <a:r>
                <a:rPr lang="en-US" sz="900" b="1">
                  <a:solidFill>
                    <a:prstClr val="black"/>
                  </a:solidFill>
                  <a:latin typeface="Segoe UI"/>
                  <a:ea typeface="+mn-ea"/>
                  <a:cs typeface="Segoe UI"/>
                </a:rPr>
                <a:t>Marketing Measurement And Optimization Landscape</a:t>
              </a:r>
              <a:r>
                <a:rPr lang="en-US" sz="900">
                  <a:solidFill>
                    <a:prstClr val="black"/>
                  </a:solidFill>
                  <a:latin typeface="Segoe UI"/>
                  <a:ea typeface="+mn-ea"/>
                  <a:cs typeface="Segoe UI"/>
                </a:rPr>
                <a:t>, Q3 2025 </a:t>
              </a:r>
              <a:endParaRPr lang="en-US">
                <a:solidFill>
                  <a:prstClr val="black"/>
                </a:solidFill>
              </a:endParaRPr>
            </a:p>
            <a:p>
              <a:pPr>
                <a:buNone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Segoe UI"/>
                </a:rPr>
                <a:t>Customer Analytics Service Providers </a:t>
              </a:r>
              <a:r>
                <a:rPr lang="en-US" sz="900" b="1">
                  <a:solidFill>
                    <a:prstClr val="black"/>
                  </a:solidFill>
                  <a:latin typeface="Segoe UI"/>
                  <a:ea typeface="+mn-ea"/>
                  <a:cs typeface="Segoe UI"/>
                </a:rPr>
                <a:t>Wave</a:t>
              </a: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Segoe UI"/>
                </a:rPr>
                <a:t>, </a:t>
              </a:r>
              <a:r>
                <a:rPr lang="en-US" sz="900">
                  <a:solidFill>
                    <a:prstClr val="black"/>
                  </a:solidFill>
                  <a:latin typeface="Segoe UI"/>
                  <a:ea typeface="+mn-ea"/>
                  <a:cs typeface="Segoe UI"/>
                </a:rPr>
                <a:t>Q2</a:t>
              </a: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Segoe UI"/>
                </a:rPr>
                <a:t> </a:t>
              </a:r>
              <a:r>
                <a:rPr lang="en-US" sz="900">
                  <a:solidFill>
                    <a:prstClr val="black"/>
                  </a:solidFill>
                  <a:latin typeface="Segoe UI"/>
                  <a:ea typeface="+mn-ea"/>
                  <a:cs typeface="Segoe UI"/>
                </a:rPr>
                <a:t>2025</a:t>
              </a:r>
              <a:endParaRPr lang="en-US">
                <a:solidFill>
                  <a:prstClr val="black"/>
                </a:solidFill>
                <a:ea typeface="+mn-ea"/>
              </a:endParaRPr>
            </a:p>
            <a:p>
              <a:pPr>
                <a:buNone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Segoe UI"/>
                </a:rPr>
                <a:t>Text Mining and Analytics Platforms Landscape</a:t>
              </a:r>
              <a:r>
                <a:rPr lang="en-US" sz="900">
                  <a:solidFill>
                    <a:prstClr val="black"/>
                  </a:solidFill>
                  <a:latin typeface="Segoe UI"/>
                  <a:ea typeface="+mn-ea"/>
                  <a:cs typeface="Segoe UI"/>
                </a:rPr>
                <a:t>, Q1</a:t>
              </a: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Segoe UI"/>
                </a:rPr>
                <a:t> 2024</a:t>
              </a:r>
              <a:endParaRPr lang="en-US">
                <a:solidFill>
                  <a:prstClr val="black"/>
                </a:solidFill>
              </a:endParaRPr>
            </a:p>
            <a:p>
              <a:pPr>
                <a:buNone/>
                <a:defRPr/>
              </a:pPr>
              <a:r>
                <a:rPr lang="en-US" sz="900" b="1">
                  <a:solidFill>
                    <a:prstClr val="black"/>
                  </a:solidFill>
                  <a:latin typeface="Segoe UI"/>
                  <a:ea typeface="+mn-ea"/>
                  <a:cs typeface="Segoe UI"/>
                </a:rPr>
                <a:t>Marketing Measurement And Optimization Wave, </a:t>
              </a:r>
              <a:r>
                <a:rPr lang="en-US" sz="900">
                  <a:solidFill>
                    <a:prstClr val="black"/>
                  </a:solidFill>
                  <a:latin typeface="Segoe UI"/>
                  <a:ea typeface="+mn-ea"/>
                  <a:cs typeface="Segoe UI"/>
                </a:rPr>
                <a:t>Q3 2023</a:t>
              </a:r>
              <a:endParaRPr lang="en-US">
                <a:solidFill>
                  <a:prstClr val="black"/>
                </a:solidFill>
              </a:endParaRPr>
            </a:p>
            <a:p>
              <a:pPr marL="0" marR="0" lvl="0" indent="0" algn="l" defTabSz="914400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739BAFA-D28C-EE4E-B684-06F77490EACE}"/>
                </a:ext>
              </a:extLst>
            </p:cNvPr>
            <p:cNvSpPr txBox="1"/>
            <p:nvPr/>
          </p:nvSpPr>
          <p:spPr>
            <a:xfrm>
              <a:off x="7756260" y="2016981"/>
              <a:ext cx="4068000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6800E0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Forrester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6800E0"/>
                </a:solidFill>
                <a:effectLst/>
                <a:uLnTx/>
                <a:uFillTx/>
                <a:latin typeface="Segoe UI Semibold" panose="020B0702040204020203" pitchFamily="34" charset="0"/>
                <a:ea typeface="Mars Centra" panose="020B0604020202020204" charset="0"/>
                <a:cs typeface="Segoe UI Semibold" panose="020B0702040204020203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98BCED4-B9FF-9D71-5732-C276B0977E1C}"/>
              </a:ext>
            </a:extLst>
          </p:cNvPr>
          <p:cNvGrpSpPr/>
          <p:nvPr/>
        </p:nvGrpSpPr>
        <p:grpSpPr>
          <a:xfrm>
            <a:off x="7532789" y="4069289"/>
            <a:ext cx="4290682" cy="1173516"/>
            <a:chOff x="7521408" y="4056596"/>
            <a:chExt cx="4093177" cy="1173516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CE6D3CB-8293-8C83-8180-21BAB7E9BA6D}"/>
                </a:ext>
              </a:extLst>
            </p:cNvPr>
            <p:cNvSpPr txBox="1"/>
            <p:nvPr/>
          </p:nvSpPr>
          <p:spPr>
            <a:xfrm>
              <a:off x="7532870" y="4283699"/>
              <a:ext cx="4081715" cy="9464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171450" indent="-171450" fontAlgn="ctr">
                <a:spcBef>
                  <a:spcPts val="30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900" b="0" i="0" u="none" strike="noStrike">
                  <a:solidFill>
                    <a:prstClr val="black"/>
                  </a:solidFill>
                  <a:effectLst/>
                  <a:latin typeface="Segoe UI"/>
                  <a:cs typeface="Segoe UI"/>
                </a:defRPr>
              </a:lvl1pPr>
            </a:lstStyle>
            <a:p>
              <a:pPr marL="0" indent="0">
                <a:spcBef>
                  <a:spcPts val="0"/>
                </a:spcBef>
              </a:pPr>
              <a:r>
                <a:rPr lang="en-IN" b="1"/>
                <a:t>Strong Performer Life Sciences AI and Analytics Services for Commercial </a:t>
              </a:r>
              <a:r>
                <a:rPr lang="en-IN"/>
                <a:t>PEAK Matrix® Assessment 2025</a:t>
              </a:r>
              <a:endParaRPr lang="en-US"/>
            </a:p>
            <a:p>
              <a:pPr marL="0" indent="0"/>
              <a:r>
                <a:rPr lang="en-IN" b="1"/>
                <a:t>Star Performer &amp; Major Contender Data &amp; AI Services Specialists </a:t>
              </a:r>
              <a:r>
                <a:rPr lang="en-IN"/>
                <a:t>(North America), 2025</a:t>
              </a:r>
            </a:p>
            <a:p>
              <a:pPr marL="0" indent="0"/>
              <a:r>
                <a:rPr lang="en-IN" b="1"/>
                <a:t>Retail and CPG Data Analytics &amp; AI Services </a:t>
              </a:r>
              <a:r>
                <a:rPr lang="en-IN"/>
                <a:t>Peak Matrix </a:t>
              </a:r>
              <a:endParaRPr lang="en-US"/>
            </a:p>
            <a:p>
              <a:pPr marL="0" indent="0"/>
              <a:endParaRPr lang="en-IN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0853057-769B-5DBC-388E-0650225A4A71}"/>
                </a:ext>
              </a:extLst>
            </p:cNvPr>
            <p:cNvSpPr txBox="1"/>
            <p:nvPr/>
          </p:nvSpPr>
          <p:spPr>
            <a:xfrm>
              <a:off x="7521408" y="4056596"/>
              <a:ext cx="4068000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R="0" lvl="0" indent="0" fontAlgn="ctr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>
                  <a:solidFill>
                    <a:srgbClr val="6800E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Everest Group PEAK Matrix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948CC40-FA92-EDB9-8E9A-FE01C129FE95}"/>
              </a:ext>
            </a:extLst>
          </p:cNvPr>
          <p:cNvGrpSpPr/>
          <p:nvPr/>
        </p:nvGrpSpPr>
        <p:grpSpPr>
          <a:xfrm>
            <a:off x="7532789" y="5548133"/>
            <a:ext cx="4311182" cy="650444"/>
            <a:chOff x="7733893" y="5624333"/>
            <a:chExt cx="4112733" cy="650444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1F04452-16A4-6508-D79C-38788BCC17EF}"/>
                </a:ext>
              </a:extLst>
            </p:cNvPr>
            <p:cNvSpPr txBox="1"/>
            <p:nvPr/>
          </p:nvSpPr>
          <p:spPr>
            <a:xfrm>
              <a:off x="7733893" y="5859279"/>
              <a:ext cx="4112733" cy="41549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171450" indent="-171450" fontAlgn="ctr">
                <a:spcBef>
                  <a:spcPts val="30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000" b="0" i="0" u="none" strike="noStrike">
                  <a:effectLst/>
                  <a:latin typeface="Segoe UI" panose="020B0502040204020203" pitchFamily="34" charset="0"/>
                  <a:ea typeface="Mars Centra" panose="020B0604020202020204" charset="0"/>
                  <a:cs typeface="Segoe UI" panose="020B0502040204020203" pitchFamily="34" charset="0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cs typeface="Segoe UI"/>
                </a:rPr>
                <a:t>“</a:t>
              </a: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cs typeface="Segoe UI"/>
                </a:rPr>
                <a:t>Seasoned Vendor</a:t>
              </a: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cs typeface="Segoe UI"/>
                </a:rPr>
                <a:t>” in the </a:t>
              </a: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cs typeface="Segoe UI"/>
                </a:rPr>
                <a:t>2025 Pharma Commercial Analytics Platforms PeMa Quadrant</a:t>
              </a:r>
            </a:p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cs typeface="Segoe UI"/>
                </a:rPr>
                <a:t>“Leader” in the Top Generative AI &amp; Data Science Service Providers 2024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DFCC701-6354-39A7-1287-707700414EE7}"/>
                </a:ext>
              </a:extLst>
            </p:cNvPr>
            <p:cNvSpPr txBox="1"/>
            <p:nvPr/>
          </p:nvSpPr>
          <p:spPr>
            <a:xfrm>
              <a:off x="7749939" y="5624333"/>
              <a:ext cx="4068000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>
                  <a:solidFill>
                    <a:srgbClr val="6800E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Analytics India Magazine (AIM)</a:t>
              </a: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69D9B79-189F-1718-51F1-07ABAF0BE527}"/>
              </a:ext>
            </a:extLst>
          </p:cNvPr>
          <p:cNvCxnSpPr>
            <a:cxnSpLocks/>
          </p:cNvCxnSpPr>
          <p:nvPr/>
        </p:nvCxnSpPr>
        <p:spPr>
          <a:xfrm>
            <a:off x="7542677" y="5484905"/>
            <a:ext cx="4104000" cy="0"/>
          </a:xfrm>
          <a:prstGeom prst="line">
            <a:avLst/>
          </a:prstGeom>
          <a:ln w="9525" cap="rnd">
            <a:solidFill>
              <a:schemeClr val="bg2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F9DE3C6-2692-8375-CDB2-FD8DCFBCEFFF}"/>
              </a:ext>
            </a:extLst>
          </p:cNvPr>
          <p:cNvSpPr txBox="1"/>
          <p:nvPr/>
        </p:nvSpPr>
        <p:spPr>
          <a:xfrm>
            <a:off x="7550484" y="5288401"/>
            <a:ext cx="4264290" cy="1384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171450" indent="-171450" fontAlgn="ctr"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000" b="0" i="0" u="none" strike="noStrike">
                <a:effectLst/>
                <a:latin typeface="Segoe UI" panose="020B0502040204020203" pitchFamily="34" charset="0"/>
                <a:ea typeface="Mars Centra" panose="020B0604020202020204" charset="0"/>
                <a:cs typeface="Segoe UI" panose="020B0502040204020203" pitchFamily="34" charset="0"/>
              </a:defRPr>
            </a:lvl1pPr>
          </a:lstStyle>
          <a:p>
            <a:pPr>
              <a:buNone/>
              <a:defRPr/>
            </a:pPr>
            <a:r>
              <a:rPr lang="en-US" sz="900">
                <a:solidFill>
                  <a:prstClr val="black"/>
                </a:solidFill>
                <a:latin typeface="Segoe UI"/>
                <a:cs typeface="Segoe UI"/>
              </a:rPr>
              <a:t>Market Glance: </a:t>
            </a:r>
            <a:r>
              <a:rPr lang="en-US" sz="900" b="1">
                <a:solidFill>
                  <a:prstClr val="black"/>
                </a:solidFill>
                <a:latin typeface="Segoe UI"/>
                <a:cs typeface="Segoe UI"/>
              </a:rPr>
              <a:t>Generative AI Technologies and Service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62DF01F-F15E-37B1-7EA7-2FA0E4582826}"/>
              </a:ext>
            </a:extLst>
          </p:cNvPr>
          <p:cNvSpPr txBox="1"/>
          <p:nvPr/>
        </p:nvSpPr>
        <p:spPr>
          <a:xfrm>
            <a:off x="7527038" y="5117617"/>
            <a:ext cx="4264290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R="0" lvl="0" indent="0" font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6800E0"/>
                </a:solidFill>
                <a:latin typeface="Segoe UI Semibold"/>
                <a:cs typeface="Segoe UI Semibold"/>
              </a:rPr>
              <a:t>IDC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89B6BF3-C5C2-55B0-D196-9134F2EEF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D068E7ED-A6D5-BE40-CA25-2DEE53C4C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084133"/>
      </p:ext>
    </p:extLst>
  </p:cSld>
  <p:clrMapOvr>
    <a:masterClrMapping/>
  </p:clrMapOvr>
</p:sld>
</file>

<file path=ppt/theme/g1_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g2_theme1.xml><?xml version="1.0" encoding="utf-8"?>
<a:theme xmlns:a="http://schemas.openxmlformats.org/drawingml/2006/main" name="1_Office Theme">
  <a:themeElements>
    <a:clrScheme name="C5i">
      <a:dk1>
        <a:sysClr val="windowText" lastClr="000000"/>
      </a:dk1>
      <a:lt1>
        <a:sysClr val="window" lastClr="FFFFFF"/>
      </a:lt1>
      <a:dk2>
        <a:srgbClr val="0C0C0C"/>
      </a:dk2>
      <a:lt2>
        <a:srgbClr val="6800E0"/>
      </a:lt2>
      <a:accent1>
        <a:srgbClr val="F6F6F6"/>
      </a:accent1>
      <a:accent2>
        <a:srgbClr val="BC9BEC"/>
      </a:accent2>
      <a:accent3>
        <a:srgbClr val="8C51E1"/>
      </a:accent3>
      <a:accent4>
        <a:srgbClr val="420897"/>
      </a:accent4>
      <a:accent5>
        <a:srgbClr val="CCCCCC"/>
      </a:accent5>
      <a:accent6>
        <a:srgbClr val="242424"/>
      </a:accent6>
      <a:hlink>
        <a:srgbClr val="260356"/>
      </a:hlink>
      <a:folHlink>
        <a:srgbClr val="B7B7B7"/>
      </a:folHlink>
    </a:clrScheme>
    <a:fontScheme name="Custom 1">
      <a:majorFont>
        <a:latin typeface="Degular SemiBold"/>
        <a:ea typeface=""/>
        <a:cs typeface=""/>
      </a:majorFont>
      <a:minorFont>
        <a:latin typeface="D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g2_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.xml><?xml version="1.0" encoding="utf-8"?>
<a:theme xmlns:a="http://schemas.openxmlformats.org/drawingml/2006/main" name="1_Office Theme">
  <a:themeElements>
    <a:clrScheme name="C5i">
      <a:dk1>
        <a:sysClr val="windowText" lastClr="000000"/>
      </a:dk1>
      <a:lt1>
        <a:sysClr val="window" lastClr="FFFFFF"/>
      </a:lt1>
      <a:dk2>
        <a:srgbClr val="0C0C0C"/>
      </a:dk2>
      <a:lt2>
        <a:srgbClr val="6800E0"/>
      </a:lt2>
      <a:accent1>
        <a:srgbClr val="F6F6F6"/>
      </a:accent1>
      <a:accent2>
        <a:srgbClr val="BC9BEC"/>
      </a:accent2>
      <a:accent3>
        <a:srgbClr val="8C51E1"/>
      </a:accent3>
      <a:accent4>
        <a:srgbClr val="420897"/>
      </a:accent4>
      <a:accent5>
        <a:srgbClr val="CCCCCC"/>
      </a:accent5>
      <a:accent6>
        <a:srgbClr val="242424"/>
      </a:accent6>
      <a:hlink>
        <a:srgbClr val="260356"/>
      </a:hlink>
      <a:folHlink>
        <a:srgbClr val="B7B7B7"/>
      </a:folHlink>
    </a:clrScheme>
    <a:fontScheme name="Custom 1">
      <a:majorFont>
        <a:latin typeface="Degular SemiBold"/>
        <a:ea typeface=""/>
        <a:cs typeface=""/>
      </a:majorFont>
      <a:minorFont>
        <a:latin typeface="D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Klassify>
  <SNO>3</SNO>
  <KDate>2025-09-25 12:17:08</KDate>
  <Classification>CONFIDENTIAL</Classification>
  <Subclassification/>
  <HostName>ETVBL642</HostName>
  <Domain_User>COURSE5/manjunath.revankar</Domain_User>
  <IPAdd>10.191.170.161</IPAdd>
  <FilePath>https://mrctab.sharepoint.com/sites/PreSalesandSolutionsTeam/Pre Sales Store 30/About Us/C5i Intro Deck/Introduction to C5i_2025.pptx</FilePath>
  <KID>F8FE5E15215B638869043380912784</KID>
  <UniqueName/>
  <Suggested/>
  <Justification/>
  <KlassifyGUID>6b80e18f-6a9a-4fb5-a233-294e233c8fcf</KlassifyGUID>
</Klassify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1daf6ff-ab29-4e47-b642-d59a9f8b800d" xsi:nil="true"/>
    <SharedWithUsers xmlns="51daf6ff-ab29-4e47-b642-d59a9f8b800d">
      <UserInfo>
        <DisplayName>Megha Chaudhry</DisplayName>
        <AccountId>713</AccountId>
        <AccountType/>
      </UserInfo>
      <UserInfo>
        <DisplayName>Nitesh Jain</DisplayName>
        <AccountId>870</AccountId>
        <AccountType/>
      </UserInfo>
      <UserInfo>
        <DisplayName>Anees Merchant</DisplayName>
        <AccountId>44</AccountId>
        <AccountType/>
      </UserInfo>
      <UserInfo>
        <DisplayName>Ridhi Agarwal</DisplayName>
        <AccountId>5113</AccountId>
        <AccountType/>
      </UserInfo>
      <UserInfo>
        <DisplayName>Tarun Mahajan</DisplayName>
        <AccountId>2391</AccountId>
        <AccountType/>
      </UserInfo>
      <UserInfo>
        <DisplayName>Pranjal Upadhyay</DisplayName>
        <AccountId>3706</AccountId>
        <AccountType/>
      </UserInfo>
      <UserInfo>
        <DisplayName>Robin Paulose Valamkot</DisplayName>
        <AccountId>1197</AccountId>
        <AccountType/>
      </UserInfo>
      <UserInfo>
        <DisplayName>Girish Rao S</DisplayName>
        <AccountId>4469</AccountId>
        <AccountType/>
      </UserInfo>
      <UserInfo>
        <DisplayName>Abhimanyu Shivaji Puthiyaveetil</DisplayName>
        <AccountId>2062</AccountId>
        <AccountType/>
      </UserInfo>
      <UserInfo>
        <DisplayName>Paul Lekhan Bethapudi</DisplayName>
        <AccountId>325</AccountId>
        <AccountType/>
      </UserInfo>
      <UserInfo>
        <DisplayName>Sayan Goswami</DisplayName>
        <AccountId>2855</AccountId>
        <AccountType/>
      </UserInfo>
      <UserInfo>
        <DisplayName>Devendra Desai</DisplayName>
        <AccountId>9</AccountId>
        <AccountType/>
      </UserInfo>
      <UserInfo>
        <DisplayName>Nisha Choudhary</DisplayName>
        <AccountId>708</AccountId>
        <AccountType/>
      </UserInfo>
      <UserInfo>
        <DisplayName>Nikhil Kandankerry</DisplayName>
        <AccountId>4456</AccountId>
        <AccountType/>
      </UserInfo>
      <UserInfo>
        <DisplayName>Namratta Pandya</DisplayName>
        <AccountId>94</AccountId>
        <AccountType/>
      </UserInfo>
      <UserInfo>
        <DisplayName>Pushkar Roy</DisplayName>
        <AccountId>3213</AccountId>
        <AccountType/>
      </UserInfo>
      <UserInfo>
        <DisplayName>Manish Amberkar</DisplayName>
        <AccountId>725</AccountId>
        <AccountType/>
      </UserInfo>
      <UserInfo>
        <DisplayName>Prashant Bhatt</DisplayName>
        <AccountId>4570</AccountId>
        <AccountType/>
      </UserInfo>
      <UserInfo>
        <DisplayName>Ketan Gohel</DisplayName>
        <AccountId>85</AccountId>
        <AccountType/>
      </UserInfo>
      <UserInfo>
        <DisplayName>Farid Kazani</DisplayName>
        <AccountId>5809</AccountId>
        <AccountType/>
      </UserInfo>
      <UserInfo>
        <DisplayName>Shirley Singh</DisplayName>
        <AccountId>524</AccountId>
        <AccountType/>
      </UserInfo>
      <UserInfo>
        <DisplayName>Maclene Roser Sona</DisplayName>
        <AccountId>84</AccountId>
        <AccountType/>
      </UserInfo>
      <UserInfo>
        <DisplayName>Bishal Neogi</DisplayName>
        <AccountId>2479</AccountId>
        <AccountType/>
      </UserInfo>
      <UserInfo>
        <DisplayName>Richa Sharma</DisplayName>
        <AccountId>34</AccountId>
        <AccountType/>
      </UserInfo>
      <UserInfo>
        <DisplayName>Arvind Puliyurudayan</DisplayName>
        <AccountId>3137</AccountId>
        <AccountType/>
      </UserInfo>
      <UserInfo>
        <DisplayName>Esha Gupta</DisplayName>
        <AccountId>5660</AccountId>
        <AccountType/>
      </UserInfo>
      <UserInfo>
        <DisplayName>Nishant Paul</DisplayName>
        <AccountId>2396</AccountId>
        <AccountType/>
      </UserInfo>
      <UserInfo>
        <DisplayName>Shreyas Sundaresh</DisplayName>
        <AccountId>63</AccountId>
        <AccountType/>
      </UserInfo>
    </SharedWithUsers>
    <lcf76f155ced4ddcb4097134ff3c332f xmlns="aab43240-0c90-42b6-b1f9-20f82582cb5a">
      <Terms xmlns="http://schemas.microsoft.com/office/infopath/2007/PartnerControls"/>
    </lcf76f155ced4ddcb4097134ff3c332f>
    <ProblemArea xmlns="aab43240-0c90-42b6-b1f9-20f82582cb5a" xsi:nil="true"/>
    <Industry xmlns="aab43240-0c90-42b6-b1f9-20f82582cb5a" xsi:nil="true"/>
    <Others xmlns="aab43240-0c90-42b6-b1f9-20f82582cb5a" xsi:nil="true"/>
    <IncidentID xmlns="aab43240-0c90-42b6-b1f9-20f82582cb5a" xsi:nil="true"/>
    <FileProperties xmlns="aab43240-0c90-42b6-b1f9-20f82582cb5a" xsi:nil="true"/>
    <linktofile xmlns="aab43240-0c90-42b6-b1f9-20f82582cb5a">
      <Url xsi:nil="true"/>
      <Description xsi:nil="true"/>
    </linktofile>
  </documentManagement>
</p:properties>
</file>

<file path=customXml/item4.xml><?xml version="1.0" encoding="utf-8"?>
<Klassify>
  <SNO>1</SNO>
  <KDate>2025-07-23 11:26:58</KDate>
  <Classification>CONFIDENTIAL</Classification>
  <Subclassification/>
  <HostName>CJWL001</HostName>
  <Domain_User>COURSE5/Tarun.Mahajan</Domain_User>
  <IPAdd>192.168.1.3</IPAdd>
  <FilePath>https://mrctab.sharepoint.com/sites/PreSalesandSolutionsTeam/Pre Sales Store 30/About Us/C5i Intro Deck/Introduction to C5i_2025.pptx</FilePath>
  <KID>F8FE5E15215B638869043380912784</KID>
  <UniqueName/>
  <Suggested/>
  <Justification/>
  <KlassifyGUID>6b80e18f-6a9a-4fb5-a233-294e233c8fcf</KlassifyGUID>
</Klassify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8C25276D25754D99ED3DF75D0ABE1F" ma:contentTypeVersion="22" ma:contentTypeDescription="Create a new document." ma:contentTypeScope="" ma:versionID="00757ea201e92672b7c52927791c8365">
  <xsd:schema xmlns:xsd="http://www.w3.org/2001/XMLSchema" xmlns:xs="http://www.w3.org/2001/XMLSchema" xmlns:p="http://schemas.microsoft.com/office/2006/metadata/properties" xmlns:ns2="aab43240-0c90-42b6-b1f9-20f82582cb5a" xmlns:ns3="51daf6ff-ab29-4e47-b642-d59a9f8b800d" targetNamespace="http://schemas.microsoft.com/office/2006/metadata/properties" ma:root="true" ma:fieldsID="62319d12585f13c95a46ddee87e971b5" ns2:_="" ns3:_="">
    <xsd:import namespace="aab43240-0c90-42b6-b1f9-20f82582cb5a"/>
    <xsd:import namespace="51daf6ff-ab29-4e47-b642-d59a9f8b800d"/>
    <xsd:element name="properties">
      <xsd:complexType>
        <xsd:sequence>
          <xsd:element name="documentManagement">
            <xsd:complexType>
              <xsd:all>
                <xsd:element ref="ns2:Industry" minOccurs="0"/>
                <xsd:element ref="ns2:ProblemArea" minOccurs="0"/>
                <xsd:element ref="ns2:Others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IncidentID" minOccurs="0"/>
                <xsd:element ref="ns2:FileProperties" minOccurs="0"/>
                <xsd:element ref="ns2:MediaServiceOCR" minOccurs="0"/>
                <xsd:element ref="ns2:MediaServiceBillingMetadata" minOccurs="0"/>
                <xsd:element ref="ns2:linktofil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b43240-0c90-42b6-b1f9-20f82582cb5a" elementFormDefault="qualified">
    <xsd:import namespace="http://schemas.microsoft.com/office/2006/documentManagement/types"/>
    <xsd:import namespace="http://schemas.microsoft.com/office/infopath/2007/PartnerControls"/>
    <xsd:element name="Industry" ma:index="8" nillable="true" ma:displayName="Industry" ma:format="Dropdown" ma:internalName="Industry">
      <xsd:simpleType>
        <xsd:restriction base="dms:Choice">
          <xsd:enumeration value="TMT"/>
          <xsd:enumeration value="RCM"/>
          <xsd:enumeration value="BFSI &amp; others"/>
          <xsd:enumeration value="HLS"/>
        </xsd:restriction>
      </xsd:simpleType>
    </xsd:element>
    <xsd:element name="ProblemArea" ma:index="9" nillable="true" ma:displayName="Problem Area" ma:format="Dropdown" ma:indexed="true" ma:internalName="ProblemArea">
      <xsd:simpleType>
        <xsd:restriction base="dms:Choice">
          <xsd:enumeration value="Market Intelligence and Competitor Intelligence (MICI)"/>
          <xsd:enumeration value="Business Intelligence"/>
          <xsd:enumeration value="Artificial Intelligence and Machine Learning"/>
          <xsd:enumeration value="Data Management"/>
          <xsd:enumeration value="Consumer Insight"/>
          <xsd:enumeration value="Marketing and Sales"/>
          <xsd:enumeration value="Supply Chain and Procurement"/>
          <xsd:enumeration value="Gen AI"/>
        </xsd:restriction>
      </xsd:simpleType>
    </xsd:element>
    <xsd:element name="Others" ma:index="10" nillable="true" ma:displayName="Others" ma:format="Dropdown" ma:internalName="Other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I Infrastructure"/>
                    <xsd:enumeration value="Brand Measurement"/>
                    <xsd:enumeration value="Market Research Insights"/>
                    <xsd:enumeration value="Data Strategy"/>
                    <xsd:enumeration value="Marketing &amp; Sales"/>
                    <xsd:enumeration value="Data Foundation"/>
                    <xsd:enumeration value="Customer Journey Analytics"/>
                    <xsd:enumeration value="Profitability Improvement"/>
                    <xsd:enumeration value="Customer Insights"/>
                    <xsd:enumeration value="Competitive Intelligence"/>
                    <xsd:enumeration value="Qualitative Research"/>
                    <xsd:enumeration value="Concept Testing"/>
                    <xsd:enumeration value="Account Intelligence"/>
                    <xsd:enumeration value="Competitor Analysis"/>
                    <xsd:enumeration value="Text Analytics"/>
                    <xsd:enumeration value="Store Segmentation"/>
                    <xsd:enumeration value="Cost to Serve"/>
                    <xsd:enumeration value="Campaign Effectiveness"/>
                    <xsd:enumeration value="Dynamic Content Generation"/>
                    <xsd:enumeration value="CDP"/>
                    <xsd:enumeration value="Digital Analytics"/>
                    <xsd:enumeration value="Customer Targeting"/>
                    <xsd:enumeration value="Accounts Payables"/>
                    <xsd:enumeration value="Discovery"/>
                    <xsd:enumeration value="FTE Resourcing"/>
                    <xsd:enumeration value="Simulator"/>
                    <xsd:enumeration value="Marketplace Analytics"/>
                    <xsd:enumeration value="Business Intelligence"/>
                    <xsd:enumeration value="Customer &amp; Marketing Analytics"/>
                    <xsd:enumeration value="Google Analytics"/>
                    <xsd:enumeration value="Market Research"/>
                    <xsd:enumeration value="Consumer Insights"/>
                    <xsd:enumeration value="DevOps"/>
                    <xsd:enumeration value="Demand Forecasting"/>
                    <xsd:enumeration value="Segmentation"/>
                    <xsd:enumeration value="Conjoint analysis"/>
                    <xsd:enumeration value="Verbatim"/>
                    <xsd:enumeration value="open ​end coding"/>
                    <xsd:enumeration value="Risk analytics"/>
                    <xsd:enumeration value="Adverse Events Reporting"/>
                    <xsd:enumeration value="Key Driver Analysis"/>
                    <xsd:enumeration value="NPD Launch Analytics"/>
                    <xsd:enumeration value="Inventory Forecasting"/>
                    <xsd:enumeration value="MMM"/>
                    <xsd:enumeration value="Forecasting"/>
                    <xsd:enumeration value="Personalization"/>
                    <xsd:enumeration value="Market Share Analysis"/>
                    <xsd:enumeration value="SKU Incrementality"/>
                    <xsd:enumeration value="SKU Rationalization"/>
                    <xsd:enumeration value="MLOps"/>
                    <xsd:enumeration value="MDM"/>
                    <xsd:enumeration value="LLM Network Graphs"/>
                    <xsd:enumeration value="CTS"/>
                    <xsd:enumeration value="Customer Experience"/>
                    <xsd:enumeration value="Growth Dashboard"/>
                    <xsd:enumeration value="Research Studio"/>
                    <xsd:enumeration value="Reporting Automation"/>
                    <xsd:enumeration value="Data Platform"/>
                    <xsd:enumeration value="Customer Journey"/>
                    <xsd:enumeration value="Primary Research"/>
                    <xsd:enumeration value="Secondary Research"/>
                    <xsd:enumeration value="Data Analytics"/>
                    <xsd:enumeration value="BI"/>
                    <xsd:enumeration value="ML"/>
                    <xsd:enumeration value="Gen AI"/>
                    <xsd:enumeration value="Social Listening"/>
                    <xsd:enumeration value="Social Media Analytics"/>
                    <xsd:enumeration value="BI and Reporting"/>
                    <xsd:enumeration value="Managed Services"/>
                    <xsd:enumeration value="Competitive Analysis"/>
                    <xsd:enumeration value="Survey Data Quality"/>
                    <xsd:enumeration value="Compete"/>
                    <xsd:enumeration value="Insights Portal"/>
                    <xsd:enumeration value="Platform setup"/>
                    <xsd:enumeration value="Pricing &amp; Promotion"/>
                    <xsd:enumeration value="Customer Activation"/>
                    <xsd:enumeration value="Phone Activation Survey"/>
                    <xsd:enumeration value="Martech"/>
                    <xsd:enumeration value="Setup Foundation with Tableau Dashboard ​"/>
                    <xsd:enumeration value="Set up and operationalization of the platform"/>
                    <xsd:enumeration value="Improve dashboarding and visualization"/>
                    <xsd:enumeration value="CDP &amp; Digital Engineering​"/>
                    <xsd:enumeration value="generating actionable insights"/>
                    <xsd:enumeration value="NA"/>
                    <xsd:enumeration value="customer 360"/>
                    <xsd:enumeration value="Search Optimization"/>
                    <xsd:enumeration value="Retail Media Analytics"/>
                    <xsd:enumeration value="Synthetic Data"/>
                    <xsd:enumeration value="DCOM Intelligence"/>
                    <xsd:enumeration value="Digital Commerce"/>
                    <xsd:enumeration value="Customer Data Platform"/>
                    <xsd:enumeration value="Automated Data Pipelines"/>
                    <xsd:enumeration value="Centralised Data Repository"/>
                    <xsd:enumeration value="ML Models for Segmentation"/>
                    <xsd:enumeration value="Digital Shelf Platform"/>
                    <xsd:enumeration value="DCOM Experience"/>
                    <xsd:enumeration value="Centralised Experience Platform"/>
                    <xsd:enumeration value="Knowledge Portal"/>
                    <xsd:enumeration value="Analytics Roadmap"/>
                    <xsd:enumeration value="Social Media Sensing"/>
                    <xsd:enumeration value="CDP Data Management"/>
                    <xsd:enumeration value="Pricing Analytics"/>
                    <xsd:enumeration value="Discovery and Digital Shelf"/>
                    <xsd:enumeration value="CLG"/>
                    <xsd:enumeration value="RGM"/>
                    <xsd:enumeration value="BI Migration"/>
                    <xsd:enumeration value="Enterprise BI"/>
                    <xsd:enumeration value="Data Observability"/>
                    <xsd:enumeration value="Omnicomerce"/>
                    <xsd:enumeration value="GBS Team Support"/>
                    <xsd:enumeration value="CLV"/>
                    <xsd:enumeration value="NRM"/>
                    <xsd:enumeration value="ROI Data Model"/>
                    <xsd:enumeration value="3M Relationshop slide"/>
                    <xsd:enumeration value="IMM Capabilities"/>
                    <xsd:enumeration value="Digital Transformation Charter"/>
                    <xsd:enumeration value="POS Data Harmonization"/>
                    <xsd:enumeration value="Sales Sensing"/>
                    <xsd:enumeration value="Sales Optimization"/>
                    <xsd:enumeration value="Propensity Modelling"/>
                    <xsd:enumeration value="Supply Chain Capability for 3M"/>
                    <xsd:enumeration value="Survey Analytics"/>
                    <xsd:enumeration value="Retail POS Data Harmonization"/>
                    <xsd:enumeration value="Trade Promotion"/>
                    <xsd:enumeration value="TPO"/>
                    <xsd:enumeration value="Digital Analytics Overview"/>
                    <xsd:enumeration value="NCBDs"/>
                    <xsd:enumeration value="Value Proposition for 3M"/>
                  </xsd:restriction>
                </xsd:simpleType>
              </xsd:element>
            </xsd:sequence>
          </xsd:extension>
        </xsd:complexContent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96409d21-45bd-4073-9167-75d94eea538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IncidentID" ma:index="24" nillable="true" ma:displayName="IncidentID" ma:format="Dropdown" ma:internalName="IncidentID" ma:percentage="FALSE">
      <xsd:simpleType>
        <xsd:restriction base="dms:Number"/>
      </xsd:simpleType>
    </xsd:element>
    <xsd:element name="FileProperties" ma:index="25" nillable="true" ma:displayName="File Properties" ma:format="Dropdown" ma:internalName="FileProperties">
      <xsd:simpleType>
        <xsd:restriction base="dms:Choice">
          <xsd:enumeration value="Link"/>
          <xsd:enumeration value="Choice 2"/>
        </xsd:restriction>
      </xsd:simpleType>
    </xsd:element>
    <xsd:element name="MediaServiceOCR" ma:index="2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inktofile" ma:index="28" nillable="true" ma:displayName="link to file" ma:format="Hyperlink" ma:internalName="linktofil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daf6ff-ab29-4e47-b642-d59a9f8b800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65029c07-5926-42c4-9d2a-9ab33d336a4e}" ma:internalName="TaxCatchAll" ma:showField="CatchAllData" ma:web="51daf6ff-ab29-4e47-b642-d59a9f8b80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6.xml><?xml version="1.0" encoding="utf-8"?>
<Klassify>
  <SNO>2</SNO>
  <KDate>2025-07-23 11:27:16</KDate>
  <Classification>CONFIDENTIAL</Classification>
  <Subclassification/>
  <HostName>CJWL001</HostName>
  <Domain_User>COURSE5/Tarun.Mahajan</Domain_User>
  <IPAdd>192.168.1.3</IPAdd>
  <FilePath>https://mrctab.sharepoint.com/sites/PreSalesandSolutionsTeam/Pre Sales Store 30/About Us/C5i Intro Deck/Introduction to C5i_2025.pptx</FilePath>
  <KID>F8FE5E15215B638869043380912784</KID>
  <UniqueName/>
  <Suggested/>
  <Justification/>
  <KlassifyGUID>6b80e18f-6a9a-4fb5-a233-294e233c8fcf</KlassifyGUID>
</Klassify>
</file>

<file path=customXml/itemProps1.xml><?xml version="1.0" encoding="utf-8"?>
<ds:datastoreItem xmlns:ds="http://schemas.openxmlformats.org/officeDocument/2006/customXml" ds:itemID="{68FC7787-450A-4241-B2D3-BEBEC7DF020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4A7F03C-E283-4FC4-B123-A970FC744892}">
  <ds:schemaRefs/>
</ds:datastoreItem>
</file>

<file path=customXml/itemProps3.xml><?xml version="1.0" encoding="utf-8"?>
<ds:datastoreItem xmlns:ds="http://schemas.openxmlformats.org/officeDocument/2006/customXml" ds:itemID="{BB8547DF-62BB-441C-A55D-F6F524CB8036}">
  <ds:schemaRefs>
    <ds:schemaRef ds:uri="51daf6ff-ab29-4e47-b642-d59a9f8b800d"/>
    <ds:schemaRef ds:uri="aab43240-0c90-42b6-b1f9-20f82582cb5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A2B21DBC-EAEA-4215-8A8F-2C5420CACC28}">
  <ds:schemaRefs/>
</ds:datastoreItem>
</file>

<file path=customXml/itemProps5.xml><?xml version="1.0" encoding="utf-8"?>
<ds:datastoreItem xmlns:ds="http://schemas.openxmlformats.org/officeDocument/2006/customXml" ds:itemID="{9E0E0244-30C3-4B7F-813B-56E0B3542B0E}">
  <ds:schemaRefs>
    <ds:schemaRef ds:uri="51daf6ff-ab29-4e47-b642-d59a9f8b800d"/>
    <ds:schemaRef ds:uri="aab43240-0c90-42b6-b1f9-20f82582cb5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6.xml><?xml version="1.0" encoding="utf-8"?>
<ds:datastoreItem xmlns:ds="http://schemas.openxmlformats.org/officeDocument/2006/customXml" ds:itemID="{9BE887EA-3D91-4F74-869E-793B5CE5F4A6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1916</TotalTime>
  <Words>336</Words>
  <Application>Microsoft Office PowerPoint</Application>
  <PresentationFormat>Widescreen</PresentationFormat>
  <Paragraphs>71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Arial</vt:lpstr>
      <vt:lpstr>Degular</vt:lpstr>
      <vt:lpstr>Segoe UI</vt:lpstr>
      <vt:lpstr>Segoe UI Light</vt:lpstr>
      <vt:lpstr>Segoe UI Semibold</vt:lpstr>
      <vt:lpstr>1_Office Theme</vt:lpstr>
      <vt:lpstr>Introduction to C5i</vt:lpstr>
      <vt:lpstr>About C5i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C5i</dc:title>
  <dc:creator>Sayan Goswami</dc:creator>
  <cp:keywords>CONFIDENTIAL</cp:keywords>
  <cp:lastModifiedBy>Atharva Joshi</cp:lastModifiedBy>
  <cp:revision>8</cp:revision>
  <dcterms:created xsi:type="dcterms:W3CDTF">2024-05-14T10:03:48Z</dcterms:created>
  <dcterms:modified xsi:type="dcterms:W3CDTF">2026-05-03T05:17:07Z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368e2e5-4152-45e5-8888-90d343db8048_Enabled">
    <vt:lpwstr>true</vt:lpwstr>
  </property>
  <property fmtid="{D5CDD505-2E9C-101B-9397-08002B2CF9AE}" pid="3" name="MSIP_Label_f368e2e5-4152-45e5-8888-90d343db8048_SetDate">
    <vt:lpwstr>2024-05-14T10:22:23Z</vt:lpwstr>
  </property>
  <property fmtid="{D5CDD505-2E9C-101B-9397-08002B2CF9AE}" pid="4" name="MSIP_Label_f368e2e5-4152-45e5-8888-90d343db8048_Method">
    <vt:lpwstr>Standard</vt:lpwstr>
  </property>
  <property fmtid="{D5CDD505-2E9C-101B-9397-08002B2CF9AE}" pid="5" name="MSIP_Label_f368e2e5-4152-45e5-8888-90d343db8048_Name">
    <vt:lpwstr>defa4170-0d19-0005-0000-bc88714345d2</vt:lpwstr>
  </property>
  <property fmtid="{D5CDD505-2E9C-101B-9397-08002B2CF9AE}" pid="6" name="MSIP_Label_f368e2e5-4152-45e5-8888-90d343db8048_SiteId">
    <vt:lpwstr>b5af2451-e21b-4aa2-b4b5-dc5907908dd8</vt:lpwstr>
  </property>
  <property fmtid="{D5CDD505-2E9C-101B-9397-08002B2CF9AE}" pid="7" name="MSIP_Label_f368e2e5-4152-45e5-8888-90d343db8048_ActionId">
    <vt:lpwstr>544522de-551d-48f3-8591-260ba69795bb</vt:lpwstr>
  </property>
  <property fmtid="{D5CDD505-2E9C-101B-9397-08002B2CF9AE}" pid="8" name="MSIP_Label_f368e2e5-4152-45e5-8888-90d343db8048_ContentBits">
    <vt:lpwstr>2</vt:lpwstr>
  </property>
  <property fmtid="{D5CDD505-2E9C-101B-9397-08002B2CF9AE}" pid="9" name="ClassificationContentMarkingFooterLocations">
    <vt:lpwstr>1_Office Theme:8</vt:lpwstr>
  </property>
  <property fmtid="{D5CDD505-2E9C-101B-9397-08002B2CF9AE}" pid="10" name="ClassificationContentMarkingFooterText">
    <vt:lpwstr>Internal</vt:lpwstr>
  </property>
  <property fmtid="{D5CDD505-2E9C-101B-9397-08002B2CF9AE}" pid="11" name="ContentTypeId">
    <vt:lpwstr>0x010100B88C25276D25754D99ED3DF75D0ABE1F</vt:lpwstr>
  </property>
  <property fmtid="{D5CDD505-2E9C-101B-9397-08002B2CF9AE}" pid="12" name="KlassifyGUID">
    <vt:lpwstr>6b80e18f-6a9a-4fb5-a233-294e233c8fcf</vt:lpwstr>
  </property>
  <property fmtid="{D5CDD505-2E9C-101B-9397-08002B2CF9AE}" pid="13" name="Classification">
    <vt:lpwstr>CONFIDENTIAL</vt:lpwstr>
  </property>
  <property fmtid="{D5CDD505-2E9C-101B-9397-08002B2CF9AE}" pid="14" name="KID">
    <vt:lpwstr>A029423E5107639056490177247195</vt:lpwstr>
  </property>
  <property fmtid="{D5CDD505-2E9C-101B-9397-08002B2CF9AE}" pid="15" name="MediaServiceImageTags">
    <vt:lpwstr/>
  </property>
</Properties>
</file>