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69494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987552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" y="10972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694944"/>
            <a:ext cx="9144000" cy="5486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887468"/>
            <a:ext cx="9144000" cy="18288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1168" y="489661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01168" y="5015484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303520" y="494233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64592" y="786384"/>
            <a:ext cx="8887968" cy="621792"/>
          </a:xfrm>
          <a:prstGeom prst="rect">
            <a:avLst/>
          </a:prstGeom>
          <a:solidFill>
            <a:srgbClr val="EDE9FE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64592" y="786384"/>
            <a:ext cx="54864" cy="62179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9184" y="841248"/>
            <a:ext cx="8577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semantic search engine using FastAPI and vector embeddings.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01168" y="14996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GOALS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01168" y="1700784"/>
            <a:ext cx="1645920" cy="228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01168" y="1929384"/>
            <a:ext cx="91440" cy="9144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1773936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documentation search time by 50%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201168" y="2350008"/>
            <a:ext cx="91440" cy="9144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4048" y="2194560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existing Wiki pages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201168" y="2770632"/>
            <a:ext cx="91440" cy="9144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4048" y="2615184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high security of internal docs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535424" y="1499616"/>
            <a:ext cx="18288" cy="3936492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36592" y="14996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736592" y="1700784"/>
            <a:ext cx="1645920" cy="228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36592" y="1929384"/>
            <a:ext cx="91440" cy="9144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919472" y="1773936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search latency under 500ms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736592" y="2350008"/>
            <a:ext cx="91440" cy="9144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19472" y="2194560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adoption rate above 90%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69494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987552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" y="10972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694944"/>
            <a:ext cx="9144000" cy="5486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887468"/>
            <a:ext cx="9144000" cy="18288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1168" y="489661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01168" y="5015484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303520" y="494233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74320" y="9692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pain points specified.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69494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987552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" y="10972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694944"/>
            <a:ext cx="9144000" cy="5486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887468"/>
            <a:ext cx="9144000" cy="18288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1168" y="489661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01168" y="5015484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303520" y="494233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64592" y="786384"/>
            <a:ext cx="8887968" cy="621792"/>
          </a:xfrm>
          <a:prstGeom prst="rect">
            <a:avLst/>
          </a:prstGeom>
          <a:solidFill>
            <a:srgbClr val="EDE9FE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64592" y="786384"/>
            <a:ext cx="54864" cy="62179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9184" y="841248"/>
            <a:ext cx="8577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semantic search engine using FastAPI and vector embeddings.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01168" y="149961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01168" y="1700784"/>
            <a:ext cx="1645920" cy="228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01168" y="1929384"/>
            <a:ext cx="91440" cy="9144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1773936"/>
            <a:ext cx="4553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RAG capabilities over keyword matches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201168" y="2350008"/>
            <a:ext cx="91440" cy="9144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4048" y="2194560"/>
            <a:ext cx="4553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compliance checks for enterprise data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68112" y="1499616"/>
            <a:ext cx="3346704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68112" y="1499616"/>
            <a:ext cx="3346704" cy="457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96128" y="1591056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5596128" y="1828800"/>
            <a:ext cx="314553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ingestion pipelines, vectorise docs, and expose API.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64592" y="3895344"/>
            <a:ext cx="888796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64592" y="3895344"/>
            <a:ext cx="54864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47472" y="39502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60" kern="0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PATTERN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47472" y="4169664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N-Tier RAG Architecture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69494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987552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" y="10972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 Diagram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694944"/>
            <a:ext cx="9144000" cy="5486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887468"/>
            <a:ext cx="9144000" cy="18288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1168" y="489661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01168" y="5015484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303520" y="494233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4592" y="786384"/>
            <a:ext cx="8887968" cy="40279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69494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987552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" y="10972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Breakdown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694944"/>
            <a:ext cx="9144000" cy="5486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887468"/>
            <a:ext cx="9144000" cy="18288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1168" y="489661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01168" y="5015484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303520" y="494233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64592" y="786384"/>
            <a:ext cx="4114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64592" y="786384"/>
            <a:ext cx="4114800" cy="457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2608" y="877824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Gateway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92608" y="1115568"/>
            <a:ext cx="1155802" cy="182880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9184" y="1133856"/>
            <a:ext cx="10826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JWT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92608" y="1335024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request routing and authenticates users.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645152" y="786384"/>
            <a:ext cx="4114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45152" y="786384"/>
            <a:ext cx="4114800" cy="457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73168" y="877824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Generator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73168" y="1115568"/>
            <a:ext cx="2130552" cy="182880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09744" y="1133856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Embeddings API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773168" y="1335024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document paragraphs to high-dimensional vectors.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64592" y="1773936"/>
            <a:ext cx="4114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64592" y="1773936"/>
            <a:ext cx="4114800" cy="457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92608" y="1865376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92608" y="2103120"/>
            <a:ext cx="855878" cy="182880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9184" y="2121408"/>
            <a:ext cx="78272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92608" y="2322576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vectors and retrieves nearest neighbors.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69494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987552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" y="10972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694944"/>
            <a:ext cx="9144000" cy="5486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887468"/>
            <a:ext cx="9144000" cy="18288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1168" y="489661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01168" y="5015484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303520" y="494233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74320" y="106070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flow steps defined.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69494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987552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" y="10972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694944"/>
            <a:ext cx="9144000" cy="5486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887468"/>
            <a:ext cx="9144000" cy="18288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1168" y="489661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01168" y="5015484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303520" y="494233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64592" y="786384"/>
            <a:ext cx="2761488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64592" y="786384"/>
            <a:ext cx="2761488" cy="32918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6032" y="841248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56032" y="1170432"/>
            <a:ext cx="25968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200400" y="786384"/>
            <a:ext cx="2761488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00400" y="786384"/>
            <a:ext cx="2761488" cy="32918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91840" y="841248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291840" y="1170432"/>
            <a:ext cx="25968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108192" y="786384"/>
            <a:ext cx="2761488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08192" y="786384"/>
            <a:ext cx="2761488" cy="32918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99632" y="841248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199632" y="1170432"/>
            <a:ext cx="25968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SentenceTransformers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164592" y="2231136"/>
            <a:ext cx="2761488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64592" y="2231136"/>
            <a:ext cx="2761488" cy="32918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2286000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256032" y="2615184"/>
            <a:ext cx="25968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200400" y="2231136"/>
            <a:ext cx="2761488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200400" y="2231136"/>
            <a:ext cx="2761488" cy="32918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91840" y="2286000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3291840" y="2615184"/>
            <a:ext cx="25968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108192" y="2231136"/>
            <a:ext cx="2761488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108192" y="2231136"/>
            <a:ext cx="2761488" cy="32918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99632" y="2286000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199632" y="2615184"/>
            <a:ext cx="25968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69494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987552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" y="10972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Capabilities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694944"/>
            <a:ext cx="9144000" cy="5486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887468"/>
            <a:ext cx="9144000" cy="18288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1168" y="489661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01168" y="5015484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303520" y="494233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64592" y="786384"/>
            <a:ext cx="8796528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64592" y="786384"/>
            <a:ext cx="8796528" cy="457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6032" y="914400"/>
            <a:ext cx="310896" cy="310896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6032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58368" y="859536"/>
            <a:ext cx="8211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RAG capabilities over keyword matches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64592" y="1444752"/>
            <a:ext cx="8796528" cy="585216"/>
          </a:xfrm>
          <a:prstGeom prst="rect">
            <a:avLst/>
          </a:prstGeom>
          <a:solidFill>
            <a:srgbClr val="FAFAFE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64592" y="1444752"/>
            <a:ext cx="8796528" cy="457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56032" y="1572768"/>
            <a:ext cx="310896" cy="31089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6032" y="1572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58368" y="1517904"/>
            <a:ext cx="8211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compliance checks for enterprise data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64592" y="2103120"/>
            <a:ext cx="8796528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64592" y="2103120"/>
            <a:ext cx="8796528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6032" y="2231136"/>
            <a:ext cx="310896" cy="3108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56032" y="2231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58368" y="2176272"/>
            <a:ext cx="8211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documentation search time by 50%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164592" y="2761488"/>
            <a:ext cx="8796528" cy="585216"/>
          </a:xfrm>
          <a:prstGeom prst="rect">
            <a:avLst/>
          </a:prstGeom>
          <a:solidFill>
            <a:srgbClr val="FAFAFE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64592" y="2761488"/>
            <a:ext cx="8796528" cy="457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56032" y="2889504"/>
            <a:ext cx="310896" cy="310896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56032" y="2889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58368" y="2834640"/>
            <a:ext cx="8211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existing Wiki pages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164592" y="3419856"/>
            <a:ext cx="8796528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64592" y="3419856"/>
            <a:ext cx="8796528" cy="457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56032" y="3547872"/>
            <a:ext cx="310896" cy="31089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56032" y="3547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58368" y="3493008"/>
            <a:ext cx="8211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high security of internal docs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69494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987552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" y="10972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694944"/>
            <a:ext cx="9144000" cy="5486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887468"/>
            <a:ext cx="9144000" cy="18288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1168" y="489661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01168" y="5015484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303520" y="494233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64592" y="786384"/>
            <a:ext cx="4133088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64592" y="786384"/>
            <a:ext cx="4133088" cy="292608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6032" y="832104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74320" y="111556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pod autoscaling based on CPU usage.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45152" y="786384"/>
            <a:ext cx="4133088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45152" y="786384"/>
            <a:ext cx="4133088" cy="292608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36592" y="832104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754880" y="111556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encrypted at rest and in transit.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64592" y="1865376"/>
            <a:ext cx="4133088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64592" y="1865376"/>
            <a:ext cx="4133088" cy="292608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56032" y="1911096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74320" y="219456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deployment for 99.9% uptime.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45152" y="1865376"/>
            <a:ext cx="4133088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645152" y="1865376"/>
            <a:ext cx="4133088" cy="292608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1911096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754880" y="219456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95th percentile latency under 200ms.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64592" y="2944368"/>
            <a:ext cx="4133088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64592" y="2944368"/>
            <a:ext cx="4133088" cy="292608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56032" y="2990088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274320" y="327355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compliant with SOC2 standards.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69494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987552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" y="10972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694944"/>
            <a:ext cx="9144000" cy="5486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887468"/>
            <a:ext cx="9144000" cy="18288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1168" y="489661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01168" y="5015484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303520" y="494233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01168" y="786384"/>
            <a:ext cx="4261104" cy="40645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1168" y="786384"/>
            <a:ext cx="4261104" cy="54864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2608" y="822960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Ingestion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92608" y="1115568"/>
            <a:ext cx="4133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92608" y="1408176"/>
            <a:ext cx="4096512" cy="438912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" y="1545336"/>
            <a:ext cx="146304" cy="146304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14538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extraction service supporting PDF and DOCX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92608" y="1911096"/>
            <a:ext cx="4096512" cy="438912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65760" y="2048256"/>
            <a:ext cx="146304" cy="146304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" y="19568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integration for embedding generation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90288" y="786384"/>
            <a:ext cx="4261104" cy="40645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90288" y="786384"/>
            <a:ext cx="4261104" cy="54864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81728" y="822960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RAG Backend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681728" y="1115568"/>
            <a:ext cx="4133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weeks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681728" y="1408176"/>
            <a:ext cx="4096512" cy="438912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54880" y="1545336"/>
            <a:ext cx="146304" cy="146304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956048" y="14538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search router endpoints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681728" y="1911096"/>
            <a:ext cx="4096512" cy="438912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754880" y="2048256"/>
            <a:ext cx="146304" cy="146304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956048" y="19568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retrieval engine and scoring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69494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987552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" y="10972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Assumptions &amp; Open Questions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694944"/>
            <a:ext cx="9144000" cy="5486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887468"/>
            <a:ext cx="9144000" cy="18288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1168" y="489661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01168" y="5015484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303520" y="494233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64592" y="786384"/>
            <a:ext cx="2779776" cy="40645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64592" y="786384"/>
            <a:ext cx="2779776" cy="3657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6032" y="7863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56032" y="1225296"/>
            <a:ext cx="2615184" cy="731520"/>
          </a:xfrm>
          <a:prstGeom prst="rect">
            <a:avLst/>
          </a:prstGeom>
          <a:solidFill>
            <a:srgbClr val="FAFA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6032" y="1225296"/>
            <a:ext cx="45720" cy="731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7472" y="128016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embedding latency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47472" y="157276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batching to embedding requests.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163824" y="786384"/>
            <a:ext cx="2779776" cy="40645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163824" y="786384"/>
            <a:ext cx="2779776" cy="3657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55264" y="7863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255264" y="1380744"/>
            <a:ext cx="91440" cy="9144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38144" y="1225296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internal documentation is accessible via file share.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255264" y="1783080"/>
            <a:ext cx="91440" cy="9144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38144" y="1627632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endpoint has sufficient concurrency limits.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163056" y="786384"/>
            <a:ext cx="2779776" cy="40645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163056" y="786384"/>
            <a:ext cx="2779776" cy="3657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54496" y="7863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254496" y="1380744"/>
            <a:ext cx="91440" cy="9144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37376" y="1225296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maximum file size we should support?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AI Search Documentation System</dc:title>
  <dc:subject>High-Level Architecture Document</dc:subject>
  <dc:creator>AI Solution Architect</dc:creator>
  <cp:lastModifiedBy>AI Solution Architect</cp:lastModifiedBy>
  <cp:revision>1</cp:revision>
  <dcterms:created xsi:type="dcterms:W3CDTF">2026-06-18T06:25:44Z</dcterms:created>
  <dcterms:modified xsi:type="dcterms:W3CDTF">2026-06-18T06:25:44Z</dcterms:modified>
</cp:coreProperties>
</file>