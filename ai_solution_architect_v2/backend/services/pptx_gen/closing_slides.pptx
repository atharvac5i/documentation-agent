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7"/>
  </p:sldMasterIdLst>
  <p:notesMasterIdLst>
    <p:notesMasterId r:id="rId9"/>
  </p:notesMasterIdLst>
  <p:sldIdLst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E73D7D-DE62-5268-4B14-29570BCF7451}" name="Manish Singh" initials="MS" userId="S::Manish.Singh@course5i.com::6b393c12-b070-4a3e-b376-478430bb2ec7" providerId="AD"/>
  <p188:author id="{F7C85F7D-0471-C107-67BE-ADCE8BAAA3F9}" name="Nikhil Kandankerry" initials="NK" userId="S::nikhil1.kandankerry@course5i.com::260234d5-030d-4cd5-b411-89a1664fc806" providerId="AD"/>
  <p188:author id="{2B7FC982-38FE-E53E-9699-ECD095AD77CF}" name="Sayan Goswami" initials="SG" userId="S::Sayan.Goswami@course5i.com::352f43c9-c82a-4aba-a2a4-79d7865d4db7" providerId="AD"/>
  <p188:author id="{CB711E94-A83D-7883-F3EE-1864AB2B2EB1}" name="Nisha Choudhary" initials="NC" userId="S::nisha.choudhary@course5i.com::dd1fdac5-2d55-467d-83a7-4af8c2e25693" providerId="AD"/>
  <p188:author id="{26AD709D-7619-D830-1FE8-41FA2DE630EC}" name="Anees Merchant" initials="AM" userId="S::Anees.Merchant@course5i.com::0cab4fef-6107-4c0c-bb50-11f873751725" providerId="AD"/>
  <p188:author id="{79AEB69D-F76C-1C45-9B71-9409D3E0A367}" name="Girish Rao S" initials="GS" userId="S::Girish.S@course5i.com::f21a9eab-a69b-4dcc-84e4-6d5318718cfc" providerId="AD"/>
  <p188:author id="{C3F819FA-5666-F96C-8DC3-8009B1143CBE}" name="Ridhi Agarwal" initials="" userId="S::Ridhi.Agarwal@course5i.com::73ad843f-3a69-4230-b5cd-7660a3093b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E0"/>
    <a:srgbClr val="BB71F5"/>
    <a:srgbClr val="BC9BEC"/>
    <a:srgbClr val="1F004C"/>
    <a:srgbClr val="420897"/>
    <a:srgbClr val="8C51E1"/>
    <a:srgbClr val="0C0C0C"/>
    <a:srgbClr val="CCCCCC"/>
    <a:srgbClr val="F6F6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845"/>
        <p:guide pos="3840"/>
        <p:guide pos="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viewProps" Target="viewProps.xml"/><Relationship Id="rId5" Type="http://schemas.openxmlformats.org/officeDocument/2006/relationships/customXml" Target="../customXml/item5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17E20-E636-4349-883E-85521C45726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11FCA-6FDC-451C-B62C-1C1F4FE3F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6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11FCA-6FDC-451C-B62C-1C1F4FE3F5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25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sv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42" r:id="rId18"/>
    <p:sldLayoutId id="2147483744" r:id="rId19"/>
    <p:sldLayoutId id="214748374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2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5A368E-AA12-D356-C62A-1E982175E0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/>
              <a:t>Danke . Gracias . Arigato . </a:t>
            </a:r>
            <a:r>
              <a:rPr lang="ar-AE"/>
              <a:t>شكرًا لك 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796D7-D74B-7AE5-7EF9-8205B123B5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1B2ABD-1D94-BBFB-0D22-D8AE851EBD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Needs &amp; Expectations  of Analytical Insights are changing rapidly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649668-3A7D-7120-84D3-6DA752FE91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7940BF-0D3C-6B1C-A6D0-2337D356D9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66201" y="6081896"/>
            <a:ext cx="2857500" cy="123111"/>
          </a:xfrm>
        </p:spPr>
        <p:txBody>
          <a:bodyPr/>
          <a:lstStyle/>
          <a:p>
            <a:r>
              <a:rPr lang="en-IN"/>
              <a:t>United States . United Kingdom . India . United Arab Emirates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96E720E-6197-E0E2-8C4C-4037D01D16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66201" y="6267598"/>
            <a:ext cx="2857500" cy="123110"/>
          </a:xfrm>
        </p:spPr>
        <p:txBody>
          <a:bodyPr/>
          <a:lstStyle/>
          <a:p>
            <a:r>
              <a:rPr lang="en-IN"/>
              <a:t>www.c5i.ai</a:t>
            </a:r>
          </a:p>
        </p:txBody>
      </p:sp>
    </p:spTree>
    <p:extLst>
      <p:ext uri="{BB962C8B-B14F-4D97-AF65-F5344CB8AC3E}">
        <p14:creationId xmlns:p14="http://schemas.microsoft.com/office/powerpoint/2010/main" val="34126704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Klassify>
  <SNO>3</SNO>
  <KDate>2025-09-25 12:17:08</KDate>
  <Classification>CONFIDENTIAL</Classification>
  <Subclassification/>
  <HostName>ETVBL642</HostName>
  <Domain_User>COURSE5/manjunath.revankar</Domain_User>
  <IPAdd>10.191.170.161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daf6ff-ab29-4e47-b642-d59a9f8b800d" xsi:nil="true"/>
    <SharedWithUsers xmlns="51daf6ff-ab29-4e47-b642-d59a9f8b800d">
      <UserInfo>
        <DisplayName>Megha Chaudhry</DisplayName>
        <AccountId>713</AccountId>
        <AccountType/>
      </UserInfo>
      <UserInfo>
        <DisplayName>Nitesh Jain</DisplayName>
        <AccountId>870</AccountId>
        <AccountType/>
      </UserInfo>
      <UserInfo>
        <DisplayName>Anees Merchant</DisplayName>
        <AccountId>44</AccountId>
        <AccountType/>
      </UserInfo>
      <UserInfo>
        <DisplayName>Ridhi Agarwal</DisplayName>
        <AccountId>5113</AccountId>
        <AccountType/>
      </UserInfo>
      <UserInfo>
        <DisplayName>Tarun Mahajan</DisplayName>
        <AccountId>2391</AccountId>
        <AccountType/>
      </UserInfo>
      <UserInfo>
        <DisplayName>Pranjal Upadhyay</DisplayName>
        <AccountId>3706</AccountId>
        <AccountType/>
      </UserInfo>
      <UserInfo>
        <DisplayName>Robin Paulose Valamkot</DisplayName>
        <AccountId>1197</AccountId>
        <AccountType/>
      </UserInfo>
      <UserInfo>
        <DisplayName>Girish Rao S</DisplayName>
        <AccountId>4469</AccountId>
        <AccountType/>
      </UserInfo>
      <UserInfo>
        <DisplayName>Abhimanyu Shivaji Puthiyaveetil</DisplayName>
        <AccountId>2062</AccountId>
        <AccountType/>
      </UserInfo>
      <UserInfo>
        <DisplayName>Paul Lekhan Bethapudi</DisplayName>
        <AccountId>325</AccountId>
        <AccountType/>
      </UserInfo>
      <UserInfo>
        <DisplayName>Sayan Goswami</DisplayName>
        <AccountId>2855</AccountId>
        <AccountType/>
      </UserInfo>
      <UserInfo>
        <DisplayName>Devendra Desai</DisplayName>
        <AccountId>9</AccountId>
        <AccountType/>
      </UserInfo>
      <UserInfo>
        <DisplayName>Nisha Choudhary</DisplayName>
        <AccountId>708</AccountId>
        <AccountType/>
      </UserInfo>
      <UserInfo>
        <DisplayName>Nikhil Kandankerry</DisplayName>
        <AccountId>4456</AccountId>
        <AccountType/>
      </UserInfo>
      <UserInfo>
        <DisplayName>Namratta Pandya</DisplayName>
        <AccountId>94</AccountId>
        <AccountType/>
      </UserInfo>
      <UserInfo>
        <DisplayName>Pushkar Roy</DisplayName>
        <AccountId>3213</AccountId>
        <AccountType/>
      </UserInfo>
      <UserInfo>
        <DisplayName>Manish Amberkar</DisplayName>
        <AccountId>725</AccountId>
        <AccountType/>
      </UserInfo>
      <UserInfo>
        <DisplayName>Prashant Bhatt</DisplayName>
        <AccountId>4570</AccountId>
        <AccountType/>
      </UserInfo>
      <UserInfo>
        <DisplayName>Ketan Gohel</DisplayName>
        <AccountId>85</AccountId>
        <AccountType/>
      </UserInfo>
      <UserInfo>
        <DisplayName>Farid Kazani</DisplayName>
        <AccountId>5809</AccountId>
        <AccountType/>
      </UserInfo>
      <UserInfo>
        <DisplayName>Shirley Singh</DisplayName>
        <AccountId>524</AccountId>
        <AccountType/>
      </UserInfo>
      <UserInfo>
        <DisplayName>Maclene Roser Sona</DisplayName>
        <AccountId>84</AccountId>
        <AccountType/>
      </UserInfo>
      <UserInfo>
        <DisplayName>Bishal Neogi</DisplayName>
        <AccountId>2479</AccountId>
        <AccountType/>
      </UserInfo>
      <UserInfo>
        <DisplayName>Richa Sharma</DisplayName>
        <AccountId>34</AccountId>
        <AccountType/>
      </UserInfo>
      <UserInfo>
        <DisplayName>Arvind Puliyurudayan</DisplayName>
        <AccountId>3137</AccountId>
        <AccountType/>
      </UserInfo>
      <UserInfo>
        <DisplayName>Esha Gupta</DisplayName>
        <AccountId>5660</AccountId>
        <AccountType/>
      </UserInfo>
      <UserInfo>
        <DisplayName>Nishant Paul</DisplayName>
        <AccountId>2396</AccountId>
        <AccountType/>
      </UserInfo>
      <UserInfo>
        <DisplayName>Shreyas Sundaresh</DisplayName>
        <AccountId>63</AccountId>
        <AccountType/>
      </UserInfo>
    </SharedWithUsers>
    <lcf76f155ced4ddcb4097134ff3c332f xmlns="aab43240-0c90-42b6-b1f9-20f82582cb5a">
      <Terms xmlns="http://schemas.microsoft.com/office/infopath/2007/PartnerControls"/>
    </lcf76f155ced4ddcb4097134ff3c332f>
    <ProblemArea xmlns="aab43240-0c90-42b6-b1f9-20f82582cb5a" xsi:nil="true"/>
    <Industry xmlns="aab43240-0c90-42b6-b1f9-20f82582cb5a" xsi:nil="true"/>
    <Others xmlns="aab43240-0c90-42b6-b1f9-20f82582cb5a" xsi:nil="true"/>
    <IncidentID xmlns="aab43240-0c90-42b6-b1f9-20f82582cb5a" xsi:nil="true"/>
    <FileProperties xmlns="aab43240-0c90-42b6-b1f9-20f82582cb5a" xsi:nil="true"/>
    <linktofile xmlns="aab43240-0c90-42b6-b1f9-20f82582cb5a">
      <Url xsi:nil="true"/>
      <Description xsi:nil="true"/>
    </linktofile>
  </documentManagement>
</p:properties>
</file>

<file path=customXml/item3.xml><?xml version="1.0" encoding="utf-8"?>
<Klassify>
  <SNO>1</SNO>
  <KDate>2025-07-23 11:26:58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C25276D25754D99ED3DF75D0ABE1F" ma:contentTypeVersion="22" ma:contentTypeDescription="Create a new document." ma:contentTypeScope="" ma:versionID="00757ea201e92672b7c52927791c8365">
  <xsd:schema xmlns:xsd="http://www.w3.org/2001/XMLSchema" xmlns:xs="http://www.w3.org/2001/XMLSchema" xmlns:p="http://schemas.microsoft.com/office/2006/metadata/properties" xmlns:ns2="aab43240-0c90-42b6-b1f9-20f82582cb5a" xmlns:ns3="51daf6ff-ab29-4e47-b642-d59a9f8b800d" targetNamespace="http://schemas.microsoft.com/office/2006/metadata/properties" ma:root="true" ma:fieldsID="62319d12585f13c95a46ddee87e971b5" ns2:_="" ns3:_="">
    <xsd:import namespace="aab43240-0c90-42b6-b1f9-20f82582cb5a"/>
    <xsd:import namespace="51daf6ff-ab29-4e47-b642-d59a9f8b800d"/>
    <xsd:element name="properties">
      <xsd:complexType>
        <xsd:sequence>
          <xsd:element name="documentManagement">
            <xsd:complexType>
              <xsd:all>
                <xsd:element ref="ns2:Industry" minOccurs="0"/>
                <xsd:element ref="ns2:ProblemArea" minOccurs="0"/>
                <xsd:element ref="ns2:Other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IncidentID" minOccurs="0"/>
                <xsd:element ref="ns2:FileProperties" minOccurs="0"/>
                <xsd:element ref="ns2:MediaServiceOCR" minOccurs="0"/>
                <xsd:element ref="ns2:MediaServiceBillingMetadata" minOccurs="0"/>
                <xsd:element ref="ns2:linkt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b43240-0c90-42b6-b1f9-20f82582cb5a" elementFormDefault="qualified">
    <xsd:import namespace="http://schemas.microsoft.com/office/2006/documentManagement/types"/>
    <xsd:import namespace="http://schemas.microsoft.com/office/infopath/2007/PartnerControls"/>
    <xsd:element name="Industry" ma:index="8" nillable="true" ma:displayName="Industry" ma:format="Dropdown" ma:internalName="Industry">
      <xsd:simpleType>
        <xsd:restriction base="dms:Choice">
          <xsd:enumeration value="TMT"/>
          <xsd:enumeration value="RCM"/>
          <xsd:enumeration value="BFSI &amp; others"/>
          <xsd:enumeration value="HLS"/>
        </xsd:restriction>
      </xsd:simpleType>
    </xsd:element>
    <xsd:element name="ProblemArea" ma:index="9" nillable="true" ma:displayName="Problem Area" ma:format="Dropdown" ma:indexed="true" ma:internalName="ProblemArea">
      <xsd:simpleType>
        <xsd:restriction base="dms:Choice">
          <xsd:enumeration value="Market Intelligence and Competitor Intelligence (MICI)"/>
          <xsd:enumeration value="Business Intelligence"/>
          <xsd:enumeration value="Artificial Intelligence and Machine Learning"/>
          <xsd:enumeration value="Data Management"/>
          <xsd:enumeration value="Consumer Insight"/>
          <xsd:enumeration value="Marketing and Sales"/>
          <xsd:enumeration value="Supply Chain and Procurement"/>
          <xsd:enumeration value="Gen AI"/>
        </xsd:restriction>
      </xsd:simpleType>
    </xsd:element>
    <xsd:element name="Others" ma:index="10" nillable="true" ma:displayName="Others" ma:format="Dropdown" ma:internalName="Other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I Infrastructure"/>
                    <xsd:enumeration value="Brand Measurement"/>
                    <xsd:enumeration value="Market Research Insights"/>
                    <xsd:enumeration value="Data Strategy"/>
                    <xsd:enumeration value="Marketing &amp; Sales"/>
                    <xsd:enumeration value="Data Foundation"/>
                    <xsd:enumeration value="Customer Journey Analytics"/>
                    <xsd:enumeration value="Profitability Improvement"/>
                    <xsd:enumeration value="Customer Insights"/>
                    <xsd:enumeration value="Competitive Intelligence"/>
                    <xsd:enumeration value="Qualitative Research"/>
                    <xsd:enumeration value="Concept Testing"/>
                    <xsd:enumeration value="Account Intelligence"/>
                    <xsd:enumeration value="Competitor Analysis"/>
                    <xsd:enumeration value="Text Analytics"/>
                    <xsd:enumeration value="Store Segmentation"/>
                    <xsd:enumeration value="Cost to Serve"/>
                    <xsd:enumeration value="Campaign Effectiveness"/>
                    <xsd:enumeration value="Dynamic Content Generation"/>
                    <xsd:enumeration value="CDP"/>
                    <xsd:enumeration value="Digital Analytics"/>
                    <xsd:enumeration value="Customer Targeting"/>
                    <xsd:enumeration value="Accounts Payables"/>
                    <xsd:enumeration value="Discovery"/>
                    <xsd:enumeration value="FTE Resourcing"/>
                    <xsd:enumeration value="Simulator"/>
                    <xsd:enumeration value="Marketplace Analytics"/>
                    <xsd:enumeration value="Business Intelligence"/>
                    <xsd:enumeration value="Customer &amp; Marketing Analytics"/>
                    <xsd:enumeration value="Google Analytics"/>
                    <xsd:enumeration value="Market Research"/>
                    <xsd:enumeration value="Consumer Insights"/>
                    <xsd:enumeration value="DevOps"/>
                    <xsd:enumeration value="Demand Forecasting"/>
                    <xsd:enumeration value="Segmentation"/>
                    <xsd:enumeration value="Conjoint analysis"/>
                    <xsd:enumeration value="Verbatim"/>
                    <xsd:enumeration value="open ​end coding"/>
                    <xsd:enumeration value="Risk analytics"/>
                    <xsd:enumeration value="Adverse Events Reporting"/>
                    <xsd:enumeration value="Key Driver Analysis"/>
                    <xsd:enumeration value="NPD Launch Analytics"/>
                    <xsd:enumeration value="Inventory Forecasting"/>
                    <xsd:enumeration value="MMM"/>
                    <xsd:enumeration value="Forecasting"/>
                    <xsd:enumeration value="Personalization"/>
                    <xsd:enumeration value="Market Share Analysis"/>
                    <xsd:enumeration value="SKU Incrementality"/>
                    <xsd:enumeration value="SKU Rationalization"/>
                    <xsd:enumeration value="MLOps"/>
                    <xsd:enumeration value="MDM"/>
                    <xsd:enumeration value="LLM Network Graphs"/>
                    <xsd:enumeration value="CTS"/>
                    <xsd:enumeration value="Customer Experience"/>
                    <xsd:enumeration value="Growth Dashboard"/>
                    <xsd:enumeration value="Research Studio"/>
                    <xsd:enumeration value="Reporting Automation"/>
                    <xsd:enumeration value="Data Platform"/>
                    <xsd:enumeration value="Customer Journey"/>
                    <xsd:enumeration value="Primary Research"/>
                    <xsd:enumeration value="Secondary Research"/>
                    <xsd:enumeration value="Data Analytics"/>
                    <xsd:enumeration value="BI"/>
                    <xsd:enumeration value="ML"/>
                    <xsd:enumeration value="Gen AI"/>
                    <xsd:enumeration value="Social Listening"/>
                    <xsd:enumeration value="Social Media Analytics"/>
                    <xsd:enumeration value="BI and Reporting"/>
                    <xsd:enumeration value="Managed Services"/>
                    <xsd:enumeration value="Competitive Analysis"/>
                    <xsd:enumeration value="Survey Data Quality"/>
                    <xsd:enumeration value="Compete"/>
                    <xsd:enumeration value="Insights Portal"/>
                    <xsd:enumeration value="Platform setup"/>
                    <xsd:enumeration value="Pricing &amp; Promotion"/>
                    <xsd:enumeration value="Customer Activation"/>
                    <xsd:enumeration value="Phone Activation Survey"/>
                    <xsd:enumeration value="Martech"/>
                    <xsd:enumeration value="Setup Foundation with Tableau Dashboard ​"/>
                    <xsd:enumeration value="Set up and operationalization of the platform"/>
                    <xsd:enumeration value="Improve dashboarding and visualization"/>
                    <xsd:enumeration value="CDP &amp; Digital Engineering​"/>
                    <xsd:enumeration value="generating actionable insights"/>
                    <xsd:enumeration value="NA"/>
                    <xsd:enumeration value="customer 360"/>
                    <xsd:enumeration value="Search Optimization"/>
                    <xsd:enumeration value="Retail Media Analytics"/>
                    <xsd:enumeration value="Synthetic Data"/>
                    <xsd:enumeration value="DCOM Intelligence"/>
                    <xsd:enumeration value="Digital Commerce"/>
                    <xsd:enumeration value="Customer Data Platform"/>
                    <xsd:enumeration value="Automated Data Pipelines"/>
                    <xsd:enumeration value="Centralised Data Repository"/>
                    <xsd:enumeration value="ML Models for Segmentation"/>
                    <xsd:enumeration value="Digital Shelf Platform"/>
                    <xsd:enumeration value="DCOM Experience"/>
                    <xsd:enumeration value="Centralised Experience Platform"/>
                    <xsd:enumeration value="Knowledge Portal"/>
                    <xsd:enumeration value="Analytics Roadmap"/>
                    <xsd:enumeration value="Social Media Sensing"/>
                    <xsd:enumeration value="CDP Data Management"/>
                    <xsd:enumeration value="Pricing Analytics"/>
                    <xsd:enumeration value="Discovery and Digital Shelf"/>
                    <xsd:enumeration value="CLG"/>
                    <xsd:enumeration value="RGM"/>
                    <xsd:enumeration value="BI Migration"/>
                    <xsd:enumeration value="Enterprise BI"/>
                    <xsd:enumeration value="Data Observability"/>
                    <xsd:enumeration value="Omnicomerce"/>
                    <xsd:enumeration value="GBS Team Support"/>
                    <xsd:enumeration value="CLV"/>
                    <xsd:enumeration value="NRM"/>
                    <xsd:enumeration value="ROI Data Model"/>
                    <xsd:enumeration value="3M Relationshop slide"/>
                    <xsd:enumeration value="IMM Capabilities"/>
                    <xsd:enumeration value="Digital Transformation Charter"/>
                    <xsd:enumeration value="POS Data Harmonization"/>
                    <xsd:enumeration value="Sales Sensing"/>
                    <xsd:enumeration value="Sales Optimization"/>
                    <xsd:enumeration value="Propensity Modelling"/>
                    <xsd:enumeration value="Supply Chain Capability for 3M"/>
                    <xsd:enumeration value="Survey Analytics"/>
                    <xsd:enumeration value="Retail POS Data Harmonization"/>
                    <xsd:enumeration value="Trade Promotion"/>
                    <xsd:enumeration value="TPO"/>
                    <xsd:enumeration value="Digital Analytics Overview"/>
                    <xsd:enumeration value="NCBDs"/>
                    <xsd:enumeration value="Value Proposition for 3M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6409d21-45bd-4073-9167-75d94eea53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ncidentID" ma:index="24" nillable="true" ma:displayName="IncidentID" ma:format="Dropdown" ma:internalName="IncidentID" ma:percentage="FALSE">
      <xsd:simpleType>
        <xsd:restriction base="dms:Number"/>
      </xsd:simpleType>
    </xsd:element>
    <xsd:element name="FileProperties" ma:index="25" nillable="true" ma:displayName="File Properties" ma:format="Dropdown" ma:internalName="FileProperties">
      <xsd:simpleType>
        <xsd:restriction base="dms:Choice">
          <xsd:enumeration value="Link"/>
          <xsd:enumeration value="Choice 2"/>
        </xsd:restriction>
      </xsd:simple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inktofile" ma:index="28" nillable="true" ma:displayName="link to file" ma:format="Hyperlink" ma:internalName="linktofil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daf6ff-ab29-4e47-b642-d59a9f8b800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5029c07-5926-42c4-9d2a-9ab33d336a4e}" ma:internalName="TaxCatchAll" ma:showField="CatchAllData" ma:web="51daf6ff-ab29-4e47-b642-d59a9f8b80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Klassify>
  <SNO>2</SNO>
  <KDate>2025-07-23 11:27:16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A7F03C-E283-4FC4-B123-A970FC744892}">
  <ds:schemaRefs/>
</ds:datastoreItem>
</file>

<file path=customXml/itemProps2.xml><?xml version="1.0" encoding="utf-8"?>
<ds:datastoreItem xmlns:ds="http://schemas.openxmlformats.org/officeDocument/2006/customXml" ds:itemID="{BB8547DF-62BB-441C-A55D-F6F524CB8036}">
  <ds:schemaRefs>
    <ds:schemaRef ds:uri="51daf6ff-ab29-4e47-b642-d59a9f8b800d"/>
    <ds:schemaRef ds:uri="aab43240-0c90-42b6-b1f9-20f82582cb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2B21DBC-EAEA-4215-8A8F-2C5420CACC28}">
  <ds:schemaRefs/>
</ds:datastoreItem>
</file>

<file path=customXml/itemProps4.xml><?xml version="1.0" encoding="utf-8"?>
<ds:datastoreItem xmlns:ds="http://schemas.openxmlformats.org/officeDocument/2006/customXml" ds:itemID="{9E0E0244-30C3-4B7F-813B-56E0B3542B0E}">
  <ds:schemaRefs>
    <ds:schemaRef ds:uri="51daf6ff-ab29-4e47-b642-d59a9f8b800d"/>
    <ds:schemaRef ds:uri="aab43240-0c90-42b6-b1f9-20f82582cb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9BE887EA-3D91-4F74-869E-793B5CE5F4A6}">
  <ds:schemaRefs/>
</ds:datastoreItem>
</file>

<file path=customXml/itemProps6.xml><?xml version="1.0" encoding="utf-8"?>
<ds:datastoreItem xmlns:ds="http://schemas.openxmlformats.org/officeDocument/2006/customXml" ds:itemID="{68FC7787-450A-4241-B2D3-BEBEC7DF02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51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Degular</vt:lpstr>
      <vt:lpstr>Segoe UI</vt:lpstr>
      <vt:lpstr>Segoe UI Light</vt:lpstr>
      <vt:lpstr>Segoe UI Semibold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C5i</dc:title>
  <dc:creator>Sayan Goswami</dc:creator>
  <cp:keywords>CONFIDENTIAL</cp:keywords>
  <cp:lastModifiedBy>Atharva Joshi</cp:lastModifiedBy>
  <cp:revision>8</cp:revision>
  <dcterms:created xsi:type="dcterms:W3CDTF">2024-05-14T10:03:48Z</dcterms:created>
  <dcterms:modified xsi:type="dcterms:W3CDTF">2026-05-03T05:16:51Z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68e2e5-4152-45e5-8888-90d343db8048_Enabled">
    <vt:lpwstr>true</vt:lpwstr>
  </property>
  <property fmtid="{D5CDD505-2E9C-101B-9397-08002B2CF9AE}" pid="3" name="MSIP_Label_f368e2e5-4152-45e5-8888-90d343db8048_SetDate">
    <vt:lpwstr>2024-05-14T10:22:23Z</vt:lpwstr>
  </property>
  <property fmtid="{D5CDD505-2E9C-101B-9397-08002B2CF9AE}" pid="4" name="MSIP_Label_f368e2e5-4152-45e5-8888-90d343db8048_Method">
    <vt:lpwstr>Standard</vt:lpwstr>
  </property>
  <property fmtid="{D5CDD505-2E9C-101B-9397-08002B2CF9AE}" pid="5" name="MSIP_Label_f368e2e5-4152-45e5-8888-90d343db8048_Name">
    <vt:lpwstr>defa4170-0d19-0005-0000-bc88714345d2</vt:lpwstr>
  </property>
  <property fmtid="{D5CDD505-2E9C-101B-9397-08002B2CF9AE}" pid="6" name="MSIP_Label_f368e2e5-4152-45e5-8888-90d343db8048_SiteId">
    <vt:lpwstr>b5af2451-e21b-4aa2-b4b5-dc5907908dd8</vt:lpwstr>
  </property>
  <property fmtid="{D5CDD505-2E9C-101B-9397-08002B2CF9AE}" pid="7" name="MSIP_Label_f368e2e5-4152-45e5-8888-90d343db8048_ActionId">
    <vt:lpwstr>544522de-551d-48f3-8591-260ba69795bb</vt:lpwstr>
  </property>
  <property fmtid="{D5CDD505-2E9C-101B-9397-08002B2CF9AE}" pid="8" name="MSIP_Label_f368e2e5-4152-45e5-8888-90d343db8048_ContentBits">
    <vt:lpwstr>2</vt:lpwstr>
  </property>
  <property fmtid="{D5CDD505-2E9C-101B-9397-08002B2CF9AE}" pid="9" name="ClassificationContentMarkingFooterLocations">
    <vt:lpwstr>1_Office Theme:8</vt:lpwstr>
  </property>
  <property fmtid="{D5CDD505-2E9C-101B-9397-08002B2CF9AE}" pid="10" name="ClassificationContentMarkingFooterText">
    <vt:lpwstr>Internal</vt:lpwstr>
  </property>
  <property fmtid="{D5CDD505-2E9C-101B-9397-08002B2CF9AE}" pid="11" name="ContentTypeId">
    <vt:lpwstr>0x010100B88C25276D25754D99ED3DF75D0ABE1F</vt:lpwstr>
  </property>
  <property fmtid="{D5CDD505-2E9C-101B-9397-08002B2CF9AE}" pid="12" name="KlassifyGUID">
    <vt:lpwstr>6b80e18f-6a9a-4fb5-a233-294e233c8fcf</vt:lpwstr>
  </property>
  <property fmtid="{D5CDD505-2E9C-101B-9397-08002B2CF9AE}" pid="13" name="Classification">
    <vt:lpwstr>CONFIDENTIAL</vt:lpwstr>
  </property>
  <property fmtid="{D5CDD505-2E9C-101B-9397-08002B2CF9AE}" pid="14" name="KID">
    <vt:lpwstr>A029423E5107639056490177247195</vt:lpwstr>
  </property>
  <property fmtid="{D5CDD505-2E9C-101B-9397-08002B2CF9AE}" pid="15" name="MediaServiceImageTags">
    <vt:lpwstr/>
  </property>
</Properties>
</file>